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</p:sldIdLst>
  <p:sldSz cx="4878388" cy="4878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E1"/>
    <a:srgbClr val="FAFFD1"/>
    <a:srgbClr val="996633"/>
    <a:srgbClr val="FEFFF6"/>
    <a:srgbClr val="F185EE"/>
    <a:srgbClr val="CC99FF"/>
    <a:srgbClr val="D7A957"/>
    <a:srgbClr val="FBEBF9"/>
    <a:srgbClr val="BE0E9C"/>
    <a:srgbClr val="FFF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77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879" y="798385"/>
            <a:ext cx="4146630" cy="1698402"/>
          </a:xfrm>
        </p:spPr>
        <p:txBody>
          <a:bodyPr anchor="b"/>
          <a:lstStyle>
            <a:lvl1pPr algn="ctr">
              <a:defRPr sz="32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799" y="2562283"/>
            <a:ext cx="3658791" cy="1177814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916" indent="0" algn="ctr">
              <a:buNone/>
              <a:defRPr sz="1067"/>
            </a:lvl2pPr>
            <a:lvl3pPr marL="487832" indent="0" algn="ctr">
              <a:buNone/>
              <a:defRPr sz="960"/>
            </a:lvl3pPr>
            <a:lvl4pPr marL="731749" indent="0" algn="ctr">
              <a:buNone/>
              <a:defRPr sz="854"/>
            </a:lvl4pPr>
            <a:lvl5pPr marL="975665" indent="0" algn="ctr">
              <a:buNone/>
              <a:defRPr sz="854"/>
            </a:lvl5pPr>
            <a:lvl6pPr marL="1219581" indent="0" algn="ctr">
              <a:buNone/>
              <a:defRPr sz="854"/>
            </a:lvl6pPr>
            <a:lvl7pPr marL="1463497" indent="0" algn="ctr">
              <a:buNone/>
              <a:defRPr sz="854"/>
            </a:lvl7pPr>
            <a:lvl8pPr marL="1707413" indent="0" algn="ctr">
              <a:buNone/>
              <a:defRPr sz="854"/>
            </a:lvl8pPr>
            <a:lvl9pPr marL="1951330" indent="0" algn="ctr">
              <a:buNone/>
              <a:defRPr sz="85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67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5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48" y="1216210"/>
            <a:ext cx="4207610" cy="2029274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848" y="3264682"/>
            <a:ext cx="4207610" cy="1067147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91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832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749" indent="0">
              <a:buNone/>
              <a:defRPr sz="854">
                <a:solidFill>
                  <a:schemeClr val="tx1">
                    <a:tint val="82000"/>
                  </a:schemeClr>
                </a:solidFill>
              </a:defRPr>
            </a:lvl4pPr>
            <a:lvl5pPr marL="975665" indent="0">
              <a:buNone/>
              <a:defRPr sz="854">
                <a:solidFill>
                  <a:schemeClr val="tx1">
                    <a:tint val="82000"/>
                  </a:schemeClr>
                </a:solidFill>
              </a:defRPr>
            </a:lvl5pPr>
            <a:lvl6pPr marL="1219581" indent="0">
              <a:buNone/>
              <a:defRPr sz="854">
                <a:solidFill>
                  <a:schemeClr val="tx1">
                    <a:tint val="82000"/>
                  </a:schemeClr>
                </a:solidFill>
              </a:defRPr>
            </a:lvl6pPr>
            <a:lvl7pPr marL="1463497" indent="0">
              <a:buNone/>
              <a:defRPr sz="854">
                <a:solidFill>
                  <a:schemeClr val="tx1">
                    <a:tint val="82000"/>
                  </a:schemeClr>
                </a:solidFill>
              </a:defRPr>
            </a:lvl7pPr>
            <a:lvl8pPr marL="1707413" indent="0">
              <a:buNone/>
              <a:defRPr sz="854">
                <a:solidFill>
                  <a:schemeClr val="tx1">
                    <a:tint val="82000"/>
                  </a:schemeClr>
                </a:solidFill>
              </a:defRPr>
            </a:lvl8pPr>
            <a:lvl9pPr marL="1951330" indent="0">
              <a:buNone/>
              <a:defRPr sz="85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5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389" y="1298645"/>
            <a:ext cx="2073315" cy="30952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9684" y="1298645"/>
            <a:ext cx="2073315" cy="309529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779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24" y="259730"/>
            <a:ext cx="4207610" cy="94293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025" y="1195883"/>
            <a:ext cx="2063786" cy="586084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916" indent="0">
              <a:buNone/>
              <a:defRPr sz="1067" b="1"/>
            </a:lvl2pPr>
            <a:lvl3pPr marL="487832" indent="0">
              <a:buNone/>
              <a:defRPr sz="960" b="1"/>
            </a:lvl3pPr>
            <a:lvl4pPr marL="731749" indent="0">
              <a:buNone/>
              <a:defRPr sz="854" b="1"/>
            </a:lvl4pPr>
            <a:lvl5pPr marL="975665" indent="0">
              <a:buNone/>
              <a:defRPr sz="854" b="1"/>
            </a:lvl5pPr>
            <a:lvl6pPr marL="1219581" indent="0">
              <a:buNone/>
              <a:defRPr sz="854" b="1"/>
            </a:lvl6pPr>
            <a:lvl7pPr marL="1463497" indent="0">
              <a:buNone/>
              <a:defRPr sz="854" b="1"/>
            </a:lvl7pPr>
            <a:lvl8pPr marL="1707413" indent="0">
              <a:buNone/>
              <a:defRPr sz="854" b="1"/>
            </a:lvl8pPr>
            <a:lvl9pPr marL="1951330" indent="0">
              <a:buNone/>
              <a:defRPr sz="85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6025" y="1781967"/>
            <a:ext cx="2063786" cy="26210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9684" y="1195883"/>
            <a:ext cx="2073950" cy="586084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916" indent="0">
              <a:buNone/>
              <a:defRPr sz="1067" b="1"/>
            </a:lvl2pPr>
            <a:lvl3pPr marL="487832" indent="0">
              <a:buNone/>
              <a:defRPr sz="960" b="1"/>
            </a:lvl3pPr>
            <a:lvl4pPr marL="731749" indent="0">
              <a:buNone/>
              <a:defRPr sz="854" b="1"/>
            </a:lvl4pPr>
            <a:lvl5pPr marL="975665" indent="0">
              <a:buNone/>
              <a:defRPr sz="854" b="1"/>
            </a:lvl5pPr>
            <a:lvl6pPr marL="1219581" indent="0">
              <a:buNone/>
              <a:defRPr sz="854" b="1"/>
            </a:lvl6pPr>
            <a:lvl7pPr marL="1463497" indent="0">
              <a:buNone/>
              <a:defRPr sz="854" b="1"/>
            </a:lvl7pPr>
            <a:lvl8pPr marL="1707413" indent="0">
              <a:buNone/>
              <a:defRPr sz="854" b="1"/>
            </a:lvl8pPr>
            <a:lvl9pPr marL="1951330" indent="0">
              <a:buNone/>
              <a:defRPr sz="85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9684" y="1781967"/>
            <a:ext cx="2073950" cy="26210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98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08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24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25" y="325226"/>
            <a:ext cx="1573407" cy="1138291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950" y="702399"/>
            <a:ext cx="2469684" cy="3466817"/>
          </a:xfrm>
        </p:spPr>
        <p:txBody>
          <a:bodyPr/>
          <a:lstStyle>
            <a:lvl1pPr>
              <a:defRPr sz="1707"/>
            </a:lvl1pPr>
            <a:lvl2pPr>
              <a:defRPr sz="1494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6025" y="1463516"/>
            <a:ext cx="1573407" cy="2711345"/>
          </a:xfrm>
        </p:spPr>
        <p:txBody>
          <a:bodyPr/>
          <a:lstStyle>
            <a:lvl1pPr marL="0" indent="0">
              <a:buNone/>
              <a:defRPr sz="854"/>
            </a:lvl1pPr>
            <a:lvl2pPr marL="243916" indent="0">
              <a:buNone/>
              <a:defRPr sz="747"/>
            </a:lvl2pPr>
            <a:lvl3pPr marL="487832" indent="0">
              <a:buNone/>
              <a:defRPr sz="640"/>
            </a:lvl3pPr>
            <a:lvl4pPr marL="731749" indent="0">
              <a:buNone/>
              <a:defRPr sz="534"/>
            </a:lvl4pPr>
            <a:lvl5pPr marL="975665" indent="0">
              <a:buNone/>
              <a:defRPr sz="534"/>
            </a:lvl5pPr>
            <a:lvl6pPr marL="1219581" indent="0">
              <a:buNone/>
              <a:defRPr sz="534"/>
            </a:lvl6pPr>
            <a:lvl7pPr marL="1463497" indent="0">
              <a:buNone/>
              <a:defRPr sz="534"/>
            </a:lvl7pPr>
            <a:lvl8pPr marL="1707413" indent="0">
              <a:buNone/>
              <a:defRPr sz="534"/>
            </a:lvl8pPr>
            <a:lvl9pPr marL="1951330" indent="0">
              <a:buNone/>
              <a:defRPr sz="53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7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25" y="325226"/>
            <a:ext cx="1573407" cy="1138291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3950" y="702399"/>
            <a:ext cx="2469684" cy="346681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916" indent="0">
              <a:buNone/>
              <a:defRPr sz="1494"/>
            </a:lvl2pPr>
            <a:lvl3pPr marL="487832" indent="0">
              <a:buNone/>
              <a:defRPr sz="1280"/>
            </a:lvl3pPr>
            <a:lvl4pPr marL="731749" indent="0">
              <a:buNone/>
              <a:defRPr sz="1067"/>
            </a:lvl4pPr>
            <a:lvl5pPr marL="975665" indent="0">
              <a:buNone/>
              <a:defRPr sz="1067"/>
            </a:lvl5pPr>
            <a:lvl6pPr marL="1219581" indent="0">
              <a:buNone/>
              <a:defRPr sz="1067"/>
            </a:lvl6pPr>
            <a:lvl7pPr marL="1463497" indent="0">
              <a:buNone/>
              <a:defRPr sz="1067"/>
            </a:lvl7pPr>
            <a:lvl8pPr marL="1707413" indent="0">
              <a:buNone/>
              <a:defRPr sz="1067"/>
            </a:lvl8pPr>
            <a:lvl9pPr marL="1951330" indent="0">
              <a:buNone/>
              <a:defRPr sz="106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6025" y="1463516"/>
            <a:ext cx="1573407" cy="2711345"/>
          </a:xfrm>
        </p:spPr>
        <p:txBody>
          <a:bodyPr/>
          <a:lstStyle>
            <a:lvl1pPr marL="0" indent="0">
              <a:buNone/>
              <a:defRPr sz="854"/>
            </a:lvl1pPr>
            <a:lvl2pPr marL="243916" indent="0">
              <a:buNone/>
              <a:defRPr sz="747"/>
            </a:lvl2pPr>
            <a:lvl3pPr marL="487832" indent="0">
              <a:buNone/>
              <a:defRPr sz="640"/>
            </a:lvl3pPr>
            <a:lvl4pPr marL="731749" indent="0">
              <a:buNone/>
              <a:defRPr sz="534"/>
            </a:lvl4pPr>
            <a:lvl5pPr marL="975665" indent="0">
              <a:buNone/>
              <a:defRPr sz="534"/>
            </a:lvl5pPr>
            <a:lvl6pPr marL="1219581" indent="0">
              <a:buNone/>
              <a:defRPr sz="534"/>
            </a:lvl6pPr>
            <a:lvl7pPr marL="1463497" indent="0">
              <a:buNone/>
              <a:defRPr sz="534"/>
            </a:lvl7pPr>
            <a:lvl8pPr marL="1707413" indent="0">
              <a:buNone/>
              <a:defRPr sz="534"/>
            </a:lvl8pPr>
            <a:lvl9pPr marL="1951330" indent="0">
              <a:buNone/>
              <a:defRPr sz="53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111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84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91097" y="259729"/>
            <a:ext cx="1051902" cy="413420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390" y="259729"/>
            <a:ext cx="3094727" cy="413420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8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89" y="259730"/>
            <a:ext cx="4207610" cy="942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89" y="1298645"/>
            <a:ext cx="4207610" cy="3095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389" y="4521544"/>
            <a:ext cx="1097637" cy="2597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C73D5-56DD-45C4-BA0A-1597CC6EC826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5966" y="4521544"/>
            <a:ext cx="1646456" cy="2597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5362" y="4521544"/>
            <a:ext cx="1097637" cy="2597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221D2-4FFF-4515-BECC-49B6E55FF9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14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487832" rtl="0" eaLnBrk="1" latinLnBrk="1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58" indent="-121958" algn="l" defTabSz="487832" rtl="0" eaLnBrk="1" latinLnBrk="1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1pPr>
      <a:lvl2pPr marL="365874" indent="-121958" algn="l" defTabSz="487832" rtl="0" eaLnBrk="1" latinLnBrk="1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791" indent="-121958" algn="l" defTabSz="487832" rtl="0" eaLnBrk="1" latinLnBrk="1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707" indent="-121958" algn="l" defTabSz="487832" rtl="0" eaLnBrk="1" latinLnBrk="1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623" indent="-121958" algn="l" defTabSz="487832" rtl="0" eaLnBrk="1" latinLnBrk="1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539" indent="-121958" algn="l" defTabSz="487832" rtl="0" eaLnBrk="1" latinLnBrk="1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5455" indent="-121958" algn="l" defTabSz="487832" rtl="0" eaLnBrk="1" latinLnBrk="1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9372" indent="-121958" algn="l" defTabSz="487832" rtl="0" eaLnBrk="1" latinLnBrk="1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3288" indent="-121958" algn="l" defTabSz="487832" rtl="0" eaLnBrk="1" latinLnBrk="1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916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832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749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665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581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3497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7413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1330" algn="l" defTabSz="487832" rtl="0" eaLnBrk="1" latinLnBrk="1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타원 23">
            <a:extLst>
              <a:ext uri="{FF2B5EF4-FFF2-40B4-BE49-F238E27FC236}">
                <a16:creationId xmlns:a16="http://schemas.microsoft.com/office/drawing/2014/main" id="{F79F35DA-A44E-7007-C397-8A9E4E72A873}"/>
              </a:ext>
            </a:extLst>
          </p:cNvPr>
          <p:cNvSpPr/>
          <p:nvPr/>
        </p:nvSpPr>
        <p:spPr>
          <a:xfrm>
            <a:off x="746619" y="1688732"/>
            <a:ext cx="3200520" cy="1578549"/>
          </a:xfrm>
          <a:prstGeom prst="ellipse">
            <a:avLst/>
          </a:prstGeom>
          <a:solidFill>
            <a:srgbClr val="FBEBF9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13" dirty="0"/>
          </a:p>
        </p:txBody>
      </p:sp>
      <p:sp>
        <p:nvSpPr>
          <p:cNvPr id="26" name="그래픽 6" descr="줄기가 없는 꽃 단색으로 채워진">
            <a:extLst>
              <a:ext uri="{FF2B5EF4-FFF2-40B4-BE49-F238E27FC236}">
                <a16:creationId xmlns:a16="http://schemas.microsoft.com/office/drawing/2014/main" id="{2622CD11-16BD-3D33-966F-AC708209C354}"/>
              </a:ext>
            </a:extLst>
          </p:cNvPr>
          <p:cNvSpPr/>
          <p:nvPr/>
        </p:nvSpPr>
        <p:spPr>
          <a:xfrm>
            <a:off x="1041229" y="1212789"/>
            <a:ext cx="617684" cy="676354"/>
          </a:xfrm>
          <a:custGeom>
            <a:avLst/>
            <a:gdLst>
              <a:gd name="connsiteX0" fmla="*/ 353279 w 384265"/>
              <a:gd name="connsiteY0" fmla="*/ 232414 h 420764"/>
              <a:gd name="connsiteX1" fmla="*/ 297541 w 384265"/>
              <a:gd name="connsiteY1" fmla="*/ 210382 h 420764"/>
              <a:gd name="connsiteX2" fmla="*/ 353279 w 384265"/>
              <a:gd name="connsiteY2" fmla="*/ 188351 h 420764"/>
              <a:gd name="connsiteX3" fmla="*/ 376189 w 384265"/>
              <a:gd name="connsiteY3" fmla="*/ 104242 h 420764"/>
              <a:gd name="connsiteX4" fmla="*/ 338529 w 384265"/>
              <a:gd name="connsiteY4" fmla="*/ 75558 h 420764"/>
              <a:gd name="connsiteX5" fmla="*/ 291830 w 384265"/>
              <a:gd name="connsiteY5" fmla="*/ 81332 h 420764"/>
              <a:gd name="connsiteX6" fmla="*/ 240109 w 384265"/>
              <a:gd name="connsiteY6" fmla="*/ 126776 h 420764"/>
              <a:gd name="connsiteX7" fmla="*/ 253228 w 384265"/>
              <a:gd name="connsiteY7" fmla="*/ 59301 h 420764"/>
              <a:gd name="connsiteX8" fmla="*/ 190037 w 384265"/>
              <a:gd name="connsiteY8" fmla="*/ 32 h 420764"/>
              <a:gd name="connsiteX9" fmla="*/ 130768 w 384265"/>
              <a:gd name="connsiteY9" fmla="*/ 59301 h 420764"/>
              <a:gd name="connsiteX10" fmla="*/ 143887 w 384265"/>
              <a:gd name="connsiteY10" fmla="*/ 126776 h 420764"/>
              <a:gd name="connsiteX11" fmla="*/ 92103 w 384265"/>
              <a:gd name="connsiteY11" fmla="*/ 81332 h 420764"/>
              <a:gd name="connsiteX12" fmla="*/ 45404 w 384265"/>
              <a:gd name="connsiteY12" fmla="*/ 75558 h 420764"/>
              <a:gd name="connsiteX13" fmla="*/ 7744 w 384265"/>
              <a:gd name="connsiteY13" fmla="*/ 104242 h 420764"/>
              <a:gd name="connsiteX14" fmla="*/ 30654 w 384265"/>
              <a:gd name="connsiteY14" fmla="*/ 188351 h 420764"/>
              <a:gd name="connsiteX15" fmla="*/ 86768 w 384265"/>
              <a:gd name="connsiteY15" fmla="*/ 210382 h 420764"/>
              <a:gd name="connsiteX16" fmla="*/ 31093 w 384265"/>
              <a:gd name="connsiteY16" fmla="*/ 232414 h 420764"/>
              <a:gd name="connsiteX17" fmla="*/ 8183 w 384265"/>
              <a:gd name="connsiteY17" fmla="*/ 316522 h 420764"/>
              <a:gd name="connsiteX18" fmla="*/ 45844 w 384265"/>
              <a:gd name="connsiteY18" fmla="*/ 345207 h 420764"/>
              <a:gd name="connsiteX19" fmla="*/ 62540 w 384265"/>
              <a:gd name="connsiteY19" fmla="*/ 347466 h 420764"/>
              <a:gd name="connsiteX20" fmla="*/ 92543 w 384265"/>
              <a:gd name="connsiteY20" fmla="*/ 339432 h 420764"/>
              <a:gd name="connsiteX21" fmla="*/ 144326 w 384265"/>
              <a:gd name="connsiteY21" fmla="*/ 293989 h 420764"/>
              <a:gd name="connsiteX22" fmla="*/ 131207 w 384265"/>
              <a:gd name="connsiteY22" fmla="*/ 361464 h 420764"/>
              <a:gd name="connsiteX23" fmla="*/ 194398 w 384265"/>
              <a:gd name="connsiteY23" fmla="*/ 420732 h 420764"/>
              <a:gd name="connsiteX24" fmla="*/ 253667 w 384265"/>
              <a:gd name="connsiteY24" fmla="*/ 361464 h 420764"/>
              <a:gd name="connsiteX25" fmla="*/ 240548 w 384265"/>
              <a:gd name="connsiteY25" fmla="*/ 293989 h 420764"/>
              <a:gd name="connsiteX26" fmla="*/ 292269 w 384265"/>
              <a:gd name="connsiteY26" fmla="*/ 339432 h 420764"/>
              <a:gd name="connsiteX27" fmla="*/ 322335 w 384265"/>
              <a:gd name="connsiteY27" fmla="*/ 347466 h 420764"/>
              <a:gd name="connsiteX28" fmla="*/ 338968 w 384265"/>
              <a:gd name="connsiteY28" fmla="*/ 345207 h 420764"/>
              <a:gd name="connsiteX29" fmla="*/ 376628 w 384265"/>
              <a:gd name="connsiteY29" fmla="*/ 316522 h 420764"/>
              <a:gd name="connsiteX30" fmla="*/ 353279 w 384265"/>
              <a:gd name="connsiteY30" fmla="*/ 232414 h 420764"/>
              <a:gd name="connsiteX31" fmla="*/ 192155 w 384265"/>
              <a:gd name="connsiteY31" fmla="*/ 271957 h 420764"/>
              <a:gd name="connsiteX32" fmla="*/ 130643 w 384265"/>
              <a:gd name="connsiteY32" fmla="*/ 210319 h 420764"/>
              <a:gd name="connsiteX33" fmla="*/ 192280 w 384265"/>
              <a:gd name="connsiteY33" fmla="*/ 148807 h 420764"/>
              <a:gd name="connsiteX34" fmla="*/ 253792 w 384265"/>
              <a:gd name="connsiteY34" fmla="*/ 210382 h 420764"/>
              <a:gd name="connsiteX35" fmla="*/ 192155 w 384265"/>
              <a:gd name="connsiteY35" fmla="*/ 271957 h 420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84265" h="420764">
                <a:moveTo>
                  <a:pt x="353279" y="232414"/>
                </a:moveTo>
                <a:cubicBezTo>
                  <a:pt x="335395" y="223421"/>
                  <a:pt x="316741" y="216048"/>
                  <a:pt x="297541" y="210382"/>
                </a:cubicBezTo>
                <a:cubicBezTo>
                  <a:pt x="316741" y="204717"/>
                  <a:pt x="335395" y="197344"/>
                  <a:pt x="353279" y="188351"/>
                </a:cubicBezTo>
                <a:cubicBezTo>
                  <a:pt x="382314" y="171055"/>
                  <a:pt x="392441" y="133874"/>
                  <a:pt x="376189" y="104242"/>
                </a:cubicBezTo>
                <a:cubicBezTo>
                  <a:pt x="367944" y="90058"/>
                  <a:pt x="354394" y="79738"/>
                  <a:pt x="338529" y="75558"/>
                </a:cubicBezTo>
                <a:cubicBezTo>
                  <a:pt x="322820" y="71103"/>
                  <a:pt x="305979" y="73186"/>
                  <a:pt x="291830" y="81332"/>
                </a:cubicBezTo>
                <a:cubicBezTo>
                  <a:pt x="272845" y="94372"/>
                  <a:pt x="255483" y="109627"/>
                  <a:pt x="240109" y="126776"/>
                </a:cubicBezTo>
                <a:cubicBezTo>
                  <a:pt x="247167" y="104891"/>
                  <a:pt x="251572" y="82237"/>
                  <a:pt x="253228" y="59301"/>
                </a:cubicBezTo>
                <a:cubicBezTo>
                  <a:pt x="252145" y="25485"/>
                  <a:pt x="223854" y="-1051"/>
                  <a:pt x="190037" y="32"/>
                </a:cubicBezTo>
                <a:cubicBezTo>
                  <a:pt x="157742" y="1066"/>
                  <a:pt x="131803" y="27006"/>
                  <a:pt x="130768" y="59301"/>
                </a:cubicBezTo>
                <a:cubicBezTo>
                  <a:pt x="132393" y="82240"/>
                  <a:pt x="136798" y="104898"/>
                  <a:pt x="143887" y="126776"/>
                </a:cubicBezTo>
                <a:cubicBezTo>
                  <a:pt x="128508" y="109608"/>
                  <a:pt x="111123" y="94351"/>
                  <a:pt x="92103" y="81332"/>
                </a:cubicBezTo>
                <a:cubicBezTo>
                  <a:pt x="77956" y="73179"/>
                  <a:pt x="61112" y="71096"/>
                  <a:pt x="45404" y="75558"/>
                </a:cubicBezTo>
                <a:cubicBezTo>
                  <a:pt x="29542" y="79744"/>
                  <a:pt x="15995" y="90063"/>
                  <a:pt x="7744" y="104242"/>
                </a:cubicBezTo>
                <a:cubicBezTo>
                  <a:pt x="-8509" y="133874"/>
                  <a:pt x="1619" y="171055"/>
                  <a:pt x="30654" y="188351"/>
                </a:cubicBezTo>
                <a:cubicBezTo>
                  <a:pt x="48662" y="197359"/>
                  <a:pt x="67442" y="204733"/>
                  <a:pt x="86768" y="210382"/>
                </a:cubicBezTo>
                <a:cubicBezTo>
                  <a:pt x="67592" y="216057"/>
                  <a:pt x="48960" y="223430"/>
                  <a:pt x="31093" y="232414"/>
                </a:cubicBezTo>
                <a:cubicBezTo>
                  <a:pt x="2058" y="249710"/>
                  <a:pt x="-8069" y="286890"/>
                  <a:pt x="8183" y="316522"/>
                </a:cubicBezTo>
                <a:cubicBezTo>
                  <a:pt x="16434" y="330701"/>
                  <a:pt x="29982" y="341020"/>
                  <a:pt x="45844" y="345207"/>
                </a:cubicBezTo>
                <a:cubicBezTo>
                  <a:pt x="51285" y="346692"/>
                  <a:pt x="56899" y="347452"/>
                  <a:pt x="62540" y="347466"/>
                </a:cubicBezTo>
                <a:cubicBezTo>
                  <a:pt x="73077" y="347498"/>
                  <a:pt x="83431" y="344725"/>
                  <a:pt x="92543" y="339432"/>
                </a:cubicBezTo>
                <a:cubicBezTo>
                  <a:pt x="111562" y="326414"/>
                  <a:pt x="128948" y="311156"/>
                  <a:pt x="144326" y="293989"/>
                </a:cubicBezTo>
                <a:cubicBezTo>
                  <a:pt x="137237" y="315866"/>
                  <a:pt x="132832" y="338524"/>
                  <a:pt x="131207" y="361464"/>
                </a:cubicBezTo>
                <a:cubicBezTo>
                  <a:pt x="132290" y="395280"/>
                  <a:pt x="160581" y="421816"/>
                  <a:pt x="194398" y="420732"/>
                </a:cubicBezTo>
                <a:cubicBezTo>
                  <a:pt x="226693" y="419699"/>
                  <a:pt x="252632" y="393759"/>
                  <a:pt x="253667" y="361464"/>
                </a:cubicBezTo>
                <a:cubicBezTo>
                  <a:pt x="252011" y="338528"/>
                  <a:pt x="247607" y="315874"/>
                  <a:pt x="240548" y="293989"/>
                </a:cubicBezTo>
                <a:cubicBezTo>
                  <a:pt x="255922" y="311137"/>
                  <a:pt x="273285" y="326393"/>
                  <a:pt x="292269" y="339432"/>
                </a:cubicBezTo>
                <a:cubicBezTo>
                  <a:pt x="301405" y="344719"/>
                  <a:pt x="311779" y="347491"/>
                  <a:pt x="322335" y="347466"/>
                </a:cubicBezTo>
                <a:cubicBezTo>
                  <a:pt x="327955" y="347456"/>
                  <a:pt x="333549" y="346696"/>
                  <a:pt x="338968" y="345207"/>
                </a:cubicBezTo>
                <a:cubicBezTo>
                  <a:pt x="354833" y="341027"/>
                  <a:pt x="368383" y="330706"/>
                  <a:pt x="376628" y="316522"/>
                </a:cubicBezTo>
                <a:cubicBezTo>
                  <a:pt x="392805" y="286777"/>
                  <a:pt x="382473" y="249563"/>
                  <a:pt x="353279" y="232414"/>
                </a:cubicBezTo>
                <a:close/>
                <a:moveTo>
                  <a:pt x="192155" y="271957"/>
                </a:moveTo>
                <a:cubicBezTo>
                  <a:pt x="158148" y="271923"/>
                  <a:pt x="130608" y="244326"/>
                  <a:pt x="130643" y="210319"/>
                </a:cubicBezTo>
                <a:cubicBezTo>
                  <a:pt x="130677" y="176313"/>
                  <a:pt x="158273" y="148773"/>
                  <a:pt x="192280" y="148807"/>
                </a:cubicBezTo>
                <a:cubicBezTo>
                  <a:pt x="226263" y="148842"/>
                  <a:pt x="253792" y="176400"/>
                  <a:pt x="253792" y="210382"/>
                </a:cubicBezTo>
                <a:cubicBezTo>
                  <a:pt x="253758" y="244399"/>
                  <a:pt x="226172" y="271957"/>
                  <a:pt x="192155" y="271957"/>
                </a:cubicBezTo>
                <a:close/>
              </a:path>
            </a:pathLst>
          </a:custGeom>
          <a:solidFill>
            <a:srgbClr val="FBEBF9"/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 dirty="0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3AA056C6-8544-49E8-39E0-7A1D7F9F46F3}"/>
              </a:ext>
            </a:extLst>
          </p:cNvPr>
          <p:cNvSpPr/>
          <p:nvPr/>
        </p:nvSpPr>
        <p:spPr>
          <a:xfrm>
            <a:off x="3983970" y="2927760"/>
            <a:ext cx="235085" cy="252237"/>
          </a:xfrm>
          <a:custGeom>
            <a:avLst/>
            <a:gdLst>
              <a:gd name="connsiteX0" fmla="*/ 129929 w 146248"/>
              <a:gd name="connsiteY0" fmla="*/ 75949 h 156918"/>
              <a:gd name="connsiteX1" fmla="*/ 146248 w 146248"/>
              <a:gd name="connsiteY1" fmla="*/ 48959 h 156918"/>
              <a:gd name="connsiteX2" fmla="*/ 134950 w 146248"/>
              <a:gd name="connsiteY2" fmla="*/ 38916 h 156918"/>
              <a:gd name="connsiteX3" fmla="*/ 130556 w 146248"/>
              <a:gd name="connsiteY3" fmla="*/ 24479 h 156918"/>
              <a:gd name="connsiteX4" fmla="*/ 89130 w 146248"/>
              <a:gd name="connsiteY4" fmla="*/ 38916 h 156918"/>
              <a:gd name="connsiteX5" fmla="*/ 66534 w 146248"/>
              <a:gd name="connsiteY5" fmla="*/ 0 h 156918"/>
              <a:gd name="connsiteX6" fmla="*/ 53980 w 146248"/>
              <a:gd name="connsiteY6" fmla="*/ 8160 h 156918"/>
              <a:gd name="connsiteX7" fmla="*/ 38916 w 146248"/>
              <a:gd name="connsiteY7" fmla="*/ 8787 h 156918"/>
              <a:gd name="connsiteX8" fmla="*/ 42682 w 146248"/>
              <a:gd name="connsiteY8" fmla="*/ 53980 h 156918"/>
              <a:gd name="connsiteX9" fmla="*/ 0 w 146248"/>
              <a:gd name="connsiteY9" fmla="*/ 65278 h 156918"/>
              <a:gd name="connsiteX10" fmla="*/ 4394 w 146248"/>
              <a:gd name="connsiteY10" fmla="*/ 79715 h 156918"/>
              <a:gd name="connsiteX11" fmla="*/ 0 w 146248"/>
              <a:gd name="connsiteY11" fmla="*/ 94779 h 156918"/>
              <a:gd name="connsiteX12" fmla="*/ 41427 w 146248"/>
              <a:gd name="connsiteY12" fmla="*/ 104822 h 156918"/>
              <a:gd name="connsiteX13" fmla="*/ 40171 w 146248"/>
              <a:gd name="connsiteY13" fmla="*/ 148759 h 156918"/>
              <a:gd name="connsiteX14" fmla="*/ 55235 w 146248"/>
              <a:gd name="connsiteY14" fmla="*/ 148759 h 156918"/>
              <a:gd name="connsiteX15" fmla="*/ 68417 w 146248"/>
              <a:gd name="connsiteY15" fmla="*/ 156919 h 156918"/>
              <a:gd name="connsiteX16" fmla="*/ 90385 w 146248"/>
              <a:gd name="connsiteY16" fmla="*/ 126163 h 156918"/>
              <a:gd name="connsiteX17" fmla="*/ 95407 w 146248"/>
              <a:gd name="connsiteY17" fmla="*/ 131184 h 156918"/>
              <a:gd name="connsiteX18" fmla="*/ 125535 w 146248"/>
              <a:gd name="connsiteY18" fmla="*/ 139344 h 156918"/>
              <a:gd name="connsiteX19" fmla="*/ 131812 w 146248"/>
              <a:gd name="connsiteY19" fmla="*/ 125535 h 156918"/>
              <a:gd name="connsiteX20" fmla="*/ 144365 w 146248"/>
              <a:gd name="connsiteY20" fmla="*/ 116748 h 156918"/>
              <a:gd name="connsiteX21" fmla="*/ 118631 w 146248"/>
              <a:gd name="connsiteY21" fmla="*/ 81598 h 156918"/>
              <a:gd name="connsiteX22" fmla="*/ 129929 w 146248"/>
              <a:gd name="connsiteY22" fmla="*/ 75949 h 156918"/>
              <a:gd name="connsiteX23" fmla="*/ 96034 w 146248"/>
              <a:gd name="connsiteY23" fmla="*/ 75949 h 156918"/>
              <a:gd name="connsiteX24" fmla="*/ 85991 w 146248"/>
              <a:gd name="connsiteY24" fmla="*/ 79087 h 156918"/>
              <a:gd name="connsiteX25" fmla="*/ 95407 w 146248"/>
              <a:gd name="connsiteY25" fmla="*/ 84108 h 156918"/>
              <a:gd name="connsiteX26" fmla="*/ 97290 w 146248"/>
              <a:gd name="connsiteY26" fmla="*/ 89758 h 156918"/>
              <a:gd name="connsiteX27" fmla="*/ 91641 w 146248"/>
              <a:gd name="connsiteY27" fmla="*/ 91641 h 156918"/>
              <a:gd name="connsiteX28" fmla="*/ 82225 w 146248"/>
              <a:gd name="connsiteY28" fmla="*/ 86619 h 156918"/>
              <a:gd name="connsiteX29" fmla="*/ 85364 w 146248"/>
              <a:gd name="connsiteY29" fmla="*/ 96662 h 156918"/>
              <a:gd name="connsiteX30" fmla="*/ 82853 w 146248"/>
              <a:gd name="connsiteY30" fmla="*/ 101683 h 156918"/>
              <a:gd name="connsiteX31" fmla="*/ 77832 w 146248"/>
              <a:gd name="connsiteY31" fmla="*/ 99173 h 156918"/>
              <a:gd name="connsiteX32" fmla="*/ 74693 w 146248"/>
              <a:gd name="connsiteY32" fmla="*/ 89130 h 156918"/>
              <a:gd name="connsiteX33" fmla="*/ 69672 w 146248"/>
              <a:gd name="connsiteY33" fmla="*/ 98545 h 156918"/>
              <a:gd name="connsiteX34" fmla="*/ 64023 w 146248"/>
              <a:gd name="connsiteY34" fmla="*/ 100428 h 156918"/>
              <a:gd name="connsiteX35" fmla="*/ 62140 w 146248"/>
              <a:gd name="connsiteY35" fmla="*/ 94779 h 156918"/>
              <a:gd name="connsiteX36" fmla="*/ 62140 w 146248"/>
              <a:gd name="connsiteY36" fmla="*/ 94779 h 156918"/>
              <a:gd name="connsiteX37" fmla="*/ 67161 w 146248"/>
              <a:gd name="connsiteY37" fmla="*/ 85364 h 156918"/>
              <a:gd name="connsiteX38" fmla="*/ 57118 w 146248"/>
              <a:gd name="connsiteY38" fmla="*/ 88502 h 156918"/>
              <a:gd name="connsiteX39" fmla="*/ 52097 w 146248"/>
              <a:gd name="connsiteY39" fmla="*/ 85991 h 156918"/>
              <a:gd name="connsiteX40" fmla="*/ 54608 w 146248"/>
              <a:gd name="connsiteY40" fmla="*/ 80970 h 156918"/>
              <a:gd name="connsiteX41" fmla="*/ 64651 w 146248"/>
              <a:gd name="connsiteY41" fmla="*/ 77832 h 156918"/>
              <a:gd name="connsiteX42" fmla="*/ 55235 w 146248"/>
              <a:gd name="connsiteY42" fmla="*/ 72810 h 156918"/>
              <a:gd name="connsiteX43" fmla="*/ 53980 w 146248"/>
              <a:gd name="connsiteY43" fmla="*/ 67161 h 156918"/>
              <a:gd name="connsiteX44" fmla="*/ 59001 w 146248"/>
              <a:gd name="connsiteY44" fmla="*/ 65278 h 156918"/>
              <a:gd name="connsiteX45" fmla="*/ 68417 w 146248"/>
              <a:gd name="connsiteY45" fmla="*/ 70300 h 156918"/>
              <a:gd name="connsiteX46" fmla="*/ 65278 w 146248"/>
              <a:gd name="connsiteY46" fmla="*/ 60257 h 156918"/>
              <a:gd name="connsiteX47" fmla="*/ 67789 w 146248"/>
              <a:gd name="connsiteY47" fmla="*/ 55235 h 156918"/>
              <a:gd name="connsiteX48" fmla="*/ 72810 w 146248"/>
              <a:gd name="connsiteY48" fmla="*/ 57746 h 156918"/>
              <a:gd name="connsiteX49" fmla="*/ 72810 w 146248"/>
              <a:gd name="connsiteY49" fmla="*/ 57746 h 156918"/>
              <a:gd name="connsiteX50" fmla="*/ 75949 w 146248"/>
              <a:gd name="connsiteY50" fmla="*/ 67789 h 156918"/>
              <a:gd name="connsiteX51" fmla="*/ 80970 w 146248"/>
              <a:gd name="connsiteY51" fmla="*/ 58374 h 156918"/>
              <a:gd name="connsiteX52" fmla="*/ 86619 w 146248"/>
              <a:gd name="connsiteY52" fmla="*/ 56491 h 156918"/>
              <a:gd name="connsiteX53" fmla="*/ 88502 w 146248"/>
              <a:gd name="connsiteY53" fmla="*/ 62140 h 156918"/>
              <a:gd name="connsiteX54" fmla="*/ 83481 w 146248"/>
              <a:gd name="connsiteY54" fmla="*/ 71555 h 156918"/>
              <a:gd name="connsiteX55" fmla="*/ 93524 w 146248"/>
              <a:gd name="connsiteY55" fmla="*/ 68417 h 156918"/>
              <a:gd name="connsiteX56" fmla="*/ 98545 w 146248"/>
              <a:gd name="connsiteY56" fmla="*/ 70927 h 156918"/>
              <a:gd name="connsiteX57" fmla="*/ 96034 w 146248"/>
              <a:gd name="connsiteY57" fmla="*/ 75949 h 156918"/>
              <a:gd name="connsiteX58" fmla="*/ 96034 w 146248"/>
              <a:gd name="connsiteY58" fmla="*/ 75949 h 156918"/>
              <a:gd name="connsiteX59" fmla="*/ 96034 w 146248"/>
              <a:gd name="connsiteY59" fmla="*/ 75949 h 156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46248" h="156918">
                <a:moveTo>
                  <a:pt x="129929" y="75949"/>
                </a:moveTo>
                <a:cubicBezTo>
                  <a:pt x="139344" y="69672"/>
                  <a:pt x="144993" y="60257"/>
                  <a:pt x="146248" y="48959"/>
                </a:cubicBezTo>
                <a:lnTo>
                  <a:pt x="134950" y="38916"/>
                </a:lnTo>
                <a:lnTo>
                  <a:pt x="130556" y="24479"/>
                </a:lnTo>
                <a:cubicBezTo>
                  <a:pt x="114865" y="19458"/>
                  <a:pt x="97917" y="25735"/>
                  <a:pt x="89130" y="38916"/>
                </a:cubicBezTo>
                <a:cubicBezTo>
                  <a:pt x="91013" y="22596"/>
                  <a:pt x="82225" y="6277"/>
                  <a:pt x="66534" y="0"/>
                </a:cubicBezTo>
                <a:lnTo>
                  <a:pt x="53980" y="8160"/>
                </a:lnTo>
                <a:lnTo>
                  <a:pt x="38916" y="8787"/>
                </a:lnTo>
                <a:cubicBezTo>
                  <a:pt x="29501" y="22596"/>
                  <a:pt x="31384" y="41427"/>
                  <a:pt x="42682" y="53980"/>
                </a:cubicBezTo>
                <a:cubicBezTo>
                  <a:pt x="27618" y="47703"/>
                  <a:pt x="10043" y="52725"/>
                  <a:pt x="0" y="65278"/>
                </a:cubicBezTo>
                <a:lnTo>
                  <a:pt x="4394" y="79715"/>
                </a:lnTo>
                <a:lnTo>
                  <a:pt x="0" y="94779"/>
                </a:lnTo>
                <a:cubicBezTo>
                  <a:pt x="10043" y="106705"/>
                  <a:pt x="26990" y="110471"/>
                  <a:pt x="41427" y="104822"/>
                </a:cubicBezTo>
                <a:cubicBezTo>
                  <a:pt x="31384" y="117375"/>
                  <a:pt x="30756" y="135578"/>
                  <a:pt x="40171" y="148759"/>
                </a:cubicBezTo>
                <a:lnTo>
                  <a:pt x="55235" y="148759"/>
                </a:lnTo>
                <a:lnTo>
                  <a:pt x="68417" y="156919"/>
                </a:lnTo>
                <a:cubicBezTo>
                  <a:pt x="80970" y="151270"/>
                  <a:pt x="89130" y="139344"/>
                  <a:pt x="90385" y="126163"/>
                </a:cubicBezTo>
                <a:cubicBezTo>
                  <a:pt x="91641" y="128046"/>
                  <a:pt x="93524" y="129929"/>
                  <a:pt x="95407" y="131184"/>
                </a:cubicBezTo>
                <a:cubicBezTo>
                  <a:pt x="103566" y="138089"/>
                  <a:pt x="114865" y="141227"/>
                  <a:pt x="125535" y="139344"/>
                </a:cubicBezTo>
                <a:lnTo>
                  <a:pt x="131812" y="125535"/>
                </a:lnTo>
                <a:lnTo>
                  <a:pt x="144365" y="116748"/>
                </a:lnTo>
                <a:cubicBezTo>
                  <a:pt x="144365" y="100428"/>
                  <a:pt x="133695" y="85991"/>
                  <a:pt x="118631" y="81598"/>
                </a:cubicBezTo>
                <a:cubicBezTo>
                  <a:pt x="122397" y="79715"/>
                  <a:pt x="126163" y="78459"/>
                  <a:pt x="129929" y="75949"/>
                </a:cubicBezTo>
                <a:close/>
                <a:moveTo>
                  <a:pt x="96034" y="75949"/>
                </a:moveTo>
                <a:lnTo>
                  <a:pt x="85991" y="79087"/>
                </a:lnTo>
                <a:lnTo>
                  <a:pt x="95407" y="84108"/>
                </a:lnTo>
                <a:cubicBezTo>
                  <a:pt x="97290" y="85364"/>
                  <a:pt x="97917" y="87875"/>
                  <a:pt x="97290" y="89758"/>
                </a:cubicBezTo>
                <a:cubicBezTo>
                  <a:pt x="96662" y="91641"/>
                  <a:pt x="93524" y="92268"/>
                  <a:pt x="91641" y="91641"/>
                </a:cubicBezTo>
                <a:lnTo>
                  <a:pt x="82225" y="86619"/>
                </a:lnTo>
                <a:lnTo>
                  <a:pt x="85364" y="96662"/>
                </a:lnTo>
                <a:cubicBezTo>
                  <a:pt x="85991" y="98545"/>
                  <a:pt x="84736" y="101056"/>
                  <a:pt x="82853" y="101683"/>
                </a:cubicBezTo>
                <a:cubicBezTo>
                  <a:pt x="80970" y="102311"/>
                  <a:pt x="78459" y="101056"/>
                  <a:pt x="77832" y="99173"/>
                </a:cubicBezTo>
                <a:lnTo>
                  <a:pt x="74693" y="89130"/>
                </a:lnTo>
                <a:lnTo>
                  <a:pt x="69672" y="98545"/>
                </a:lnTo>
                <a:cubicBezTo>
                  <a:pt x="68417" y="100428"/>
                  <a:pt x="66534" y="101683"/>
                  <a:pt x="64023" y="100428"/>
                </a:cubicBezTo>
                <a:cubicBezTo>
                  <a:pt x="62140" y="99173"/>
                  <a:pt x="61512" y="96662"/>
                  <a:pt x="62140" y="94779"/>
                </a:cubicBezTo>
                <a:cubicBezTo>
                  <a:pt x="62140" y="94779"/>
                  <a:pt x="62140" y="94779"/>
                  <a:pt x="62140" y="94779"/>
                </a:cubicBezTo>
                <a:lnTo>
                  <a:pt x="67161" y="85364"/>
                </a:lnTo>
                <a:lnTo>
                  <a:pt x="57118" y="88502"/>
                </a:lnTo>
                <a:cubicBezTo>
                  <a:pt x="55235" y="89130"/>
                  <a:pt x="52725" y="87875"/>
                  <a:pt x="52097" y="85991"/>
                </a:cubicBezTo>
                <a:cubicBezTo>
                  <a:pt x="51469" y="84108"/>
                  <a:pt x="52725" y="81598"/>
                  <a:pt x="54608" y="80970"/>
                </a:cubicBezTo>
                <a:lnTo>
                  <a:pt x="64651" y="77832"/>
                </a:lnTo>
                <a:lnTo>
                  <a:pt x="55235" y="72810"/>
                </a:lnTo>
                <a:cubicBezTo>
                  <a:pt x="53352" y="71555"/>
                  <a:pt x="52725" y="69044"/>
                  <a:pt x="53980" y="67161"/>
                </a:cubicBezTo>
                <a:cubicBezTo>
                  <a:pt x="55235" y="65278"/>
                  <a:pt x="57118" y="64651"/>
                  <a:pt x="59001" y="65278"/>
                </a:cubicBezTo>
                <a:lnTo>
                  <a:pt x="68417" y="70300"/>
                </a:lnTo>
                <a:lnTo>
                  <a:pt x="65278" y="60257"/>
                </a:lnTo>
                <a:cubicBezTo>
                  <a:pt x="64651" y="58374"/>
                  <a:pt x="65906" y="55863"/>
                  <a:pt x="67789" y="55235"/>
                </a:cubicBezTo>
                <a:cubicBezTo>
                  <a:pt x="69672" y="54608"/>
                  <a:pt x="72183" y="55863"/>
                  <a:pt x="72810" y="57746"/>
                </a:cubicBezTo>
                <a:cubicBezTo>
                  <a:pt x="72810" y="57746"/>
                  <a:pt x="72810" y="57746"/>
                  <a:pt x="72810" y="57746"/>
                </a:cubicBezTo>
                <a:lnTo>
                  <a:pt x="75949" y="67789"/>
                </a:lnTo>
                <a:lnTo>
                  <a:pt x="80970" y="58374"/>
                </a:lnTo>
                <a:cubicBezTo>
                  <a:pt x="82225" y="56491"/>
                  <a:pt x="84736" y="55863"/>
                  <a:pt x="86619" y="56491"/>
                </a:cubicBezTo>
                <a:cubicBezTo>
                  <a:pt x="88502" y="57118"/>
                  <a:pt x="89130" y="60257"/>
                  <a:pt x="88502" y="62140"/>
                </a:cubicBezTo>
                <a:lnTo>
                  <a:pt x="83481" y="71555"/>
                </a:lnTo>
                <a:lnTo>
                  <a:pt x="93524" y="68417"/>
                </a:lnTo>
                <a:cubicBezTo>
                  <a:pt x="95407" y="67789"/>
                  <a:pt x="97917" y="69044"/>
                  <a:pt x="98545" y="70927"/>
                </a:cubicBezTo>
                <a:cubicBezTo>
                  <a:pt x="99173" y="73438"/>
                  <a:pt x="97917" y="75321"/>
                  <a:pt x="96034" y="75949"/>
                </a:cubicBezTo>
                <a:cubicBezTo>
                  <a:pt x="96034" y="75949"/>
                  <a:pt x="96034" y="75949"/>
                  <a:pt x="96034" y="75949"/>
                </a:cubicBezTo>
                <a:lnTo>
                  <a:pt x="96034" y="75949"/>
                </a:lnTo>
                <a:close/>
              </a:path>
            </a:pathLst>
          </a:custGeom>
          <a:solidFill>
            <a:srgbClr val="FBEBF9"/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6CA2FBAA-5FC5-7F25-31B5-4CB12EC961C4}"/>
              </a:ext>
            </a:extLst>
          </p:cNvPr>
          <p:cNvSpPr/>
          <p:nvPr/>
        </p:nvSpPr>
        <p:spPr>
          <a:xfrm>
            <a:off x="4258405" y="2629110"/>
            <a:ext cx="204816" cy="217932"/>
          </a:xfrm>
          <a:custGeom>
            <a:avLst/>
            <a:gdLst>
              <a:gd name="connsiteX0" fmla="*/ 99800 w 127417"/>
              <a:gd name="connsiteY0" fmla="*/ 95407 h 135577"/>
              <a:gd name="connsiteX1" fmla="*/ 125535 w 127417"/>
              <a:gd name="connsiteY1" fmla="*/ 85364 h 135577"/>
              <a:gd name="connsiteX2" fmla="*/ 123024 w 127417"/>
              <a:gd name="connsiteY2" fmla="*/ 72183 h 135577"/>
              <a:gd name="connsiteX3" fmla="*/ 127418 w 127417"/>
              <a:gd name="connsiteY3" fmla="*/ 59629 h 135577"/>
              <a:gd name="connsiteX4" fmla="*/ 91013 w 127417"/>
              <a:gd name="connsiteY4" fmla="*/ 47703 h 135577"/>
              <a:gd name="connsiteX5" fmla="*/ 96034 w 127417"/>
              <a:gd name="connsiteY5" fmla="*/ 8787 h 135577"/>
              <a:gd name="connsiteX6" fmla="*/ 82853 w 127417"/>
              <a:gd name="connsiteY6" fmla="*/ 7532 h 135577"/>
              <a:gd name="connsiteX7" fmla="*/ 72183 w 127417"/>
              <a:gd name="connsiteY7" fmla="*/ 0 h 135577"/>
              <a:gd name="connsiteX8" fmla="*/ 50842 w 127417"/>
              <a:gd name="connsiteY8" fmla="*/ 33267 h 135577"/>
              <a:gd name="connsiteX9" fmla="*/ 15064 w 127417"/>
              <a:gd name="connsiteY9" fmla="*/ 18830 h 135577"/>
              <a:gd name="connsiteX10" fmla="*/ 10670 w 127417"/>
              <a:gd name="connsiteY10" fmla="*/ 31384 h 135577"/>
              <a:gd name="connsiteX11" fmla="*/ 628 w 127417"/>
              <a:gd name="connsiteY11" fmla="*/ 39544 h 135577"/>
              <a:gd name="connsiteX12" fmla="*/ 23852 w 127417"/>
              <a:gd name="connsiteY12" fmla="*/ 68417 h 135577"/>
              <a:gd name="connsiteX13" fmla="*/ 0 w 127417"/>
              <a:gd name="connsiteY13" fmla="*/ 97917 h 135577"/>
              <a:gd name="connsiteX14" fmla="*/ 10670 w 127417"/>
              <a:gd name="connsiteY14" fmla="*/ 106077 h 135577"/>
              <a:gd name="connsiteX15" fmla="*/ 15692 w 127417"/>
              <a:gd name="connsiteY15" fmla="*/ 118003 h 135577"/>
              <a:gd name="connsiteX16" fmla="*/ 47076 w 127417"/>
              <a:gd name="connsiteY16" fmla="*/ 107960 h 135577"/>
              <a:gd name="connsiteX17" fmla="*/ 64650 w 127417"/>
              <a:gd name="connsiteY17" fmla="*/ 135578 h 135577"/>
              <a:gd name="connsiteX18" fmla="*/ 75949 w 127417"/>
              <a:gd name="connsiteY18" fmla="*/ 129301 h 135577"/>
              <a:gd name="connsiteX19" fmla="*/ 89130 w 127417"/>
              <a:gd name="connsiteY19" fmla="*/ 129929 h 135577"/>
              <a:gd name="connsiteX20" fmla="*/ 89758 w 127417"/>
              <a:gd name="connsiteY20" fmla="*/ 91641 h 135577"/>
              <a:gd name="connsiteX21" fmla="*/ 99800 w 127417"/>
              <a:gd name="connsiteY21" fmla="*/ 95407 h 135577"/>
              <a:gd name="connsiteX22" fmla="*/ 75321 w 127417"/>
              <a:gd name="connsiteY22" fmla="*/ 77832 h 135577"/>
              <a:gd name="connsiteX23" fmla="*/ 67161 w 127417"/>
              <a:gd name="connsiteY23" fmla="*/ 74693 h 135577"/>
              <a:gd name="connsiteX24" fmla="*/ 70927 w 127417"/>
              <a:gd name="connsiteY24" fmla="*/ 82853 h 135577"/>
              <a:gd name="connsiteX25" fmla="*/ 69672 w 127417"/>
              <a:gd name="connsiteY25" fmla="*/ 87874 h 135577"/>
              <a:gd name="connsiteX26" fmla="*/ 64650 w 127417"/>
              <a:gd name="connsiteY26" fmla="*/ 86619 h 135577"/>
              <a:gd name="connsiteX27" fmla="*/ 64650 w 127417"/>
              <a:gd name="connsiteY27" fmla="*/ 86619 h 135577"/>
              <a:gd name="connsiteX28" fmla="*/ 60884 w 127417"/>
              <a:gd name="connsiteY28" fmla="*/ 77832 h 135577"/>
              <a:gd name="connsiteX29" fmla="*/ 57746 w 127417"/>
              <a:gd name="connsiteY29" fmla="*/ 85991 h 135577"/>
              <a:gd name="connsiteX30" fmla="*/ 53352 w 127417"/>
              <a:gd name="connsiteY30" fmla="*/ 87874 h 135577"/>
              <a:gd name="connsiteX31" fmla="*/ 51469 w 127417"/>
              <a:gd name="connsiteY31" fmla="*/ 83481 h 135577"/>
              <a:gd name="connsiteX32" fmla="*/ 54608 w 127417"/>
              <a:gd name="connsiteY32" fmla="*/ 74693 h 135577"/>
              <a:gd name="connsiteX33" fmla="*/ 46448 w 127417"/>
              <a:gd name="connsiteY33" fmla="*/ 78459 h 135577"/>
              <a:gd name="connsiteX34" fmla="*/ 41427 w 127417"/>
              <a:gd name="connsiteY34" fmla="*/ 77204 h 135577"/>
              <a:gd name="connsiteX35" fmla="*/ 42682 w 127417"/>
              <a:gd name="connsiteY35" fmla="*/ 72183 h 135577"/>
              <a:gd name="connsiteX36" fmla="*/ 42682 w 127417"/>
              <a:gd name="connsiteY36" fmla="*/ 72183 h 135577"/>
              <a:gd name="connsiteX37" fmla="*/ 50842 w 127417"/>
              <a:gd name="connsiteY37" fmla="*/ 68417 h 135577"/>
              <a:gd name="connsiteX38" fmla="*/ 42054 w 127417"/>
              <a:gd name="connsiteY38" fmla="*/ 65278 h 135577"/>
              <a:gd name="connsiteX39" fmla="*/ 40171 w 127417"/>
              <a:gd name="connsiteY39" fmla="*/ 60884 h 135577"/>
              <a:gd name="connsiteX40" fmla="*/ 44565 w 127417"/>
              <a:gd name="connsiteY40" fmla="*/ 59001 h 135577"/>
              <a:gd name="connsiteX41" fmla="*/ 53352 w 127417"/>
              <a:gd name="connsiteY41" fmla="*/ 62140 h 135577"/>
              <a:gd name="connsiteX42" fmla="*/ 49586 w 127417"/>
              <a:gd name="connsiteY42" fmla="*/ 53980 h 135577"/>
              <a:gd name="connsiteX43" fmla="*/ 51469 w 127417"/>
              <a:gd name="connsiteY43" fmla="*/ 49586 h 135577"/>
              <a:gd name="connsiteX44" fmla="*/ 55863 w 127417"/>
              <a:gd name="connsiteY44" fmla="*/ 51469 h 135577"/>
              <a:gd name="connsiteX45" fmla="*/ 59629 w 127417"/>
              <a:gd name="connsiteY45" fmla="*/ 59629 h 135577"/>
              <a:gd name="connsiteX46" fmla="*/ 62768 w 127417"/>
              <a:gd name="connsiteY46" fmla="*/ 50842 h 135577"/>
              <a:gd name="connsiteX47" fmla="*/ 67161 w 127417"/>
              <a:gd name="connsiteY47" fmla="*/ 48959 h 135577"/>
              <a:gd name="connsiteX48" fmla="*/ 69044 w 127417"/>
              <a:gd name="connsiteY48" fmla="*/ 53352 h 135577"/>
              <a:gd name="connsiteX49" fmla="*/ 65906 w 127417"/>
              <a:gd name="connsiteY49" fmla="*/ 62140 h 135577"/>
              <a:gd name="connsiteX50" fmla="*/ 74066 w 127417"/>
              <a:gd name="connsiteY50" fmla="*/ 58374 h 135577"/>
              <a:gd name="connsiteX51" fmla="*/ 78459 w 127417"/>
              <a:gd name="connsiteY51" fmla="*/ 60257 h 135577"/>
              <a:gd name="connsiteX52" fmla="*/ 76576 w 127417"/>
              <a:gd name="connsiteY52" fmla="*/ 64651 h 135577"/>
              <a:gd name="connsiteX53" fmla="*/ 68417 w 127417"/>
              <a:gd name="connsiteY53" fmla="*/ 68417 h 135577"/>
              <a:gd name="connsiteX54" fmla="*/ 77204 w 127417"/>
              <a:gd name="connsiteY54" fmla="*/ 71555 h 135577"/>
              <a:gd name="connsiteX55" fmla="*/ 79715 w 127417"/>
              <a:gd name="connsiteY55" fmla="*/ 75949 h 135577"/>
              <a:gd name="connsiteX56" fmla="*/ 75321 w 127417"/>
              <a:gd name="connsiteY56" fmla="*/ 77832 h 135577"/>
              <a:gd name="connsiteX57" fmla="*/ 75321 w 127417"/>
              <a:gd name="connsiteY57" fmla="*/ 77832 h 135577"/>
              <a:gd name="connsiteX58" fmla="*/ 75321 w 127417"/>
              <a:gd name="connsiteY58" fmla="*/ 77832 h 135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7417" h="135577">
                <a:moveTo>
                  <a:pt x="99800" y="95407"/>
                </a:moveTo>
                <a:cubicBezTo>
                  <a:pt x="109215" y="96034"/>
                  <a:pt x="118631" y="92268"/>
                  <a:pt x="125535" y="85364"/>
                </a:cubicBezTo>
                <a:lnTo>
                  <a:pt x="123024" y="72183"/>
                </a:lnTo>
                <a:lnTo>
                  <a:pt x="127418" y="59629"/>
                </a:lnTo>
                <a:cubicBezTo>
                  <a:pt x="119258" y="48331"/>
                  <a:pt x="104194" y="43310"/>
                  <a:pt x="91013" y="47703"/>
                </a:cubicBezTo>
                <a:cubicBezTo>
                  <a:pt x="101056" y="37033"/>
                  <a:pt x="102939" y="21341"/>
                  <a:pt x="96034" y="8787"/>
                </a:cubicBezTo>
                <a:lnTo>
                  <a:pt x="82853" y="7532"/>
                </a:lnTo>
                <a:lnTo>
                  <a:pt x="72183" y="0"/>
                </a:lnTo>
                <a:cubicBezTo>
                  <a:pt x="58374" y="5021"/>
                  <a:pt x="49586" y="18203"/>
                  <a:pt x="50842" y="33267"/>
                </a:cubicBezTo>
                <a:cubicBezTo>
                  <a:pt x="43310" y="20713"/>
                  <a:pt x="28873" y="15064"/>
                  <a:pt x="15064" y="18830"/>
                </a:cubicBezTo>
                <a:lnTo>
                  <a:pt x="10670" y="31384"/>
                </a:lnTo>
                <a:lnTo>
                  <a:pt x="628" y="39544"/>
                </a:lnTo>
                <a:cubicBezTo>
                  <a:pt x="1883" y="53352"/>
                  <a:pt x="11298" y="64651"/>
                  <a:pt x="23852" y="68417"/>
                </a:cubicBezTo>
                <a:cubicBezTo>
                  <a:pt x="10043" y="72183"/>
                  <a:pt x="628" y="84108"/>
                  <a:pt x="0" y="97917"/>
                </a:cubicBezTo>
                <a:lnTo>
                  <a:pt x="10670" y="106077"/>
                </a:lnTo>
                <a:lnTo>
                  <a:pt x="15692" y="118003"/>
                </a:lnTo>
                <a:cubicBezTo>
                  <a:pt x="26990" y="120514"/>
                  <a:pt x="38916" y="116748"/>
                  <a:pt x="47076" y="107960"/>
                </a:cubicBezTo>
                <a:cubicBezTo>
                  <a:pt x="47703" y="119886"/>
                  <a:pt x="54608" y="130556"/>
                  <a:pt x="64650" y="135578"/>
                </a:cubicBezTo>
                <a:lnTo>
                  <a:pt x="75949" y="129301"/>
                </a:lnTo>
                <a:lnTo>
                  <a:pt x="89130" y="129929"/>
                </a:lnTo>
                <a:cubicBezTo>
                  <a:pt x="97917" y="118631"/>
                  <a:pt x="97917" y="103566"/>
                  <a:pt x="89758" y="91641"/>
                </a:cubicBezTo>
                <a:cubicBezTo>
                  <a:pt x="92268" y="94151"/>
                  <a:pt x="96034" y="95407"/>
                  <a:pt x="99800" y="95407"/>
                </a:cubicBezTo>
                <a:close/>
                <a:moveTo>
                  <a:pt x="75321" y="77832"/>
                </a:moveTo>
                <a:lnTo>
                  <a:pt x="67161" y="74693"/>
                </a:lnTo>
                <a:lnTo>
                  <a:pt x="70927" y="82853"/>
                </a:lnTo>
                <a:cubicBezTo>
                  <a:pt x="71555" y="84736"/>
                  <a:pt x="70927" y="86619"/>
                  <a:pt x="69672" y="87874"/>
                </a:cubicBezTo>
                <a:cubicBezTo>
                  <a:pt x="67789" y="88502"/>
                  <a:pt x="65906" y="87874"/>
                  <a:pt x="64650" y="86619"/>
                </a:cubicBezTo>
                <a:cubicBezTo>
                  <a:pt x="64650" y="86619"/>
                  <a:pt x="64650" y="86619"/>
                  <a:pt x="64650" y="86619"/>
                </a:cubicBezTo>
                <a:lnTo>
                  <a:pt x="60884" y="77832"/>
                </a:lnTo>
                <a:lnTo>
                  <a:pt x="57746" y="85991"/>
                </a:lnTo>
                <a:cubicBezTo>
                  <a:pt x="57118" y="87874"/>
                  <a:pt x="55235" y="88502"/>
                  <a:pt x="53352" y="87874"/>
                </a:cubicBezTo>
                <a:cubicBezTo>
                  <a:pt x="51469" y="87247"/>
                  <a:pt x="50842" y="85364"/>
                  <a:pt x="51469" y="83481"/>
                </a:cubicBezTo>
                <a:lnTo>
                  <a:pt x="54608" y="74693"/>
                </a:lnTo>
                <a:lnTo>
                  <a:pt x="46448" y="78459"/>
                </a:lnTo>
                <a:cubicBezTo>
                  <a:pt x="44565" y="79087"/>
                  <a:pt x="42682" y="78459"/>
                  <a:pt x="41427" y="77204"/>
                </a:cubicBezTo>
                <a:cubicBezTo>
                  <a:pt x="40799" y="75321"/>
                  <a:pt x="41427" y="73438"/>
                  <a:pt x="42682" y="72183"/>
                </a:cubicBezTo>
                <a:cubicBezTo>
                  <a:pt x="42682" y="72183"/>
                  <a:pt x="42682" y="72183"/>
                  <a:pt x="42682" y="72183"/>
                </a:cubicBezTo>
                <a:lnTo>
                  <a:pt x="50842" y="68417"/>
                </a:lnTo>
                <a:lnTo>
                  <a:pt x="42054" y="65278"/>
                </a:lnTo>
                <a:cubicBezTo>
                  <a:pt x="40171" y="64651"/>
                  <a:pt x="39543" y="62768"/>
                  <a:pt x="40171" y="60884"/>
                </a:cubicBezTo>
                <a:cubicBezTo>
                  <a:pt x="40799" y="59001"/>
                  <a:pt x="42682" y="58374"/>
                  <a:pt x="44565" y="59001"/>
                </a:cubicBezTo>
                <a:lnTo>
                  <a:pt x="53352" y="62140"/>
                </a:lnTo>
                <a:lnTo>
                  <a:pt x="49586" y="53980"/>
                </a:lnTo>
                <a:cubicBezTo>
                  <a:pt x="48959" y="52097"/>
                  <a:pt x="49586" y="50214"/>
                  <a:pt x="51469" y="49586"/>
                </a:cubicBezTo>
                <a:cubicBezTo>
                  <a:pt x="53352" y="48959"/>
                  <a:pt x="55235" y="49586"/>
                  <a:pt x="55863" y="51469"/>
                </a:cubicBezTo>
                <a:lnTo>
                  <a:pt x="59629" y="59629"/>
                </a:lnTo>
                <a:lnTo>
                  <a:pt x="62768" y="50842"/>
                </a:lnTo>
                <a:cubicBezTo>
                  <a:pt x="63395" y="48959"/>
                  <a:pt x="65278" y="48331"/>
                  <a:pt x="67161" y="48959"/>
                </a:cubicBezTo>
                <a:cubicBezTo>
                  <a:pt x="69044" y="49586"/>
                  <a:pt x="69672" y="51469"/>
                  <a:pt x="69044" y="53352"/>
                </a:cubicBezTo>
                <a:lnTo>
                  <a:pt x="65906" y="62140"/>
                </a:lnTo>
                <a:lnTo>
                  <a:pt x="74066" y="58374"/>
                </a:lnTo>
                <a:cubicBezTo>
                  <a:pt x="75949" y="57746"/>
                  <a:pt x="77832" y="58374"/>
                  <a:pt x="78459" y="60257"/>
                </a:cubicBezTo>
                <a:cubicBezTo>
                  <a:pt x="79087" y="62140"/>
                  <a:pt x="78459" y="64023"/>
                  <a:pt x="76576" y="64651"/>
                </a:cubicBezTo>
                <a:lnTo>
                  <a:pt x="68417" y="68417"/>
                </a:lnTo>
                <a:lnTo>
                  <a:pt x="77204" y="71555"/>
                </a:lnTo>
                <a:cubicBezTo>
                  <a:pt x="79087" y="72183"/>
                  <a:pt x="80342" y="74066"/>
                  <a:pt x="79715" y="75949"/>
                </a:cubicBezTo>
                <a:cubicBezTo>
                  <a:pt x="79087" y="77832"/>
                  <a:pt x="77832" y="78459"/>
                  <a:pt x="75321" y="77832"/>
                </a:cubicBezTo>
                <a:cubicBezTo>
                  <a:pt x="75949" y="77832"/>
                  <a:pt x="75949" y="77832"/>
                  <a:pt x="75321" y="77832"/>
                </a:cubicBezTo>
                <a:lnTo>
                  <a:pt x="75321" y="77832"/>
                </a:lnTo>
                <a:close/>
              </a:path>
            </a:pathLst>
          </a:custGeom>
          <a:solidFill>
            <a:srgbClr val="FBEBF9"/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CAB80DFC-77C1-210E-5F36-B5A4E654C3E7}"/>
              </a:ext>
            </a:extLst>
          </p:cNvPr>
          <p:cNvSpPr/>
          <p:nvPr/>
        </p:nvSpPr>
        <p:spPr>
          <a:xfrm>
            <a:off x="4318942" y="2980226"/>
            <a:ext cx="195735" cy="195735"/>
          </a:xfrm>
          <a:custGeom>
            <a:avLst/>
            <a:gdLst>
              <a:gd name="connsiteX0" fmla="*/ 104822 w 121768"/>
              <a:gd name="connsiteY0" fmla="*/ 67789 h 121768"/>
              <a:gd name="connsiteX1" fmla="*/ 121769 w 121768"/>
              <a:gd name="connsiteY1" fmla="*/ 48959 h 121768"/>
              <a:gd name="connsiteX2" fmla="*/ 114237 w 121768"/>
              <a:gd name="connsiteY2" fmla="*/ 39544 h 121768"/>
              <a:gd name="connsiteX3" fmla="*/ 112982 w 121768"/>
              <a:gd name="connsiteY3" fmla="*/ 27618 h 121768"/>
              <a:gd name="connsiteX4" fmla="*/ 78459 w 121768"/>
              <a:gd name="connsiteY4" fmla="*/ 33267 h 121768"/>
              <a:gd name="connsiteX5" fmla="*/ 66534 w 121768"/>
              <a:gd name="connsiteY5" fmla="*/ 0 h 121768"/>
              <a:gd name="connsiteX6" fmla="*/ 54608 w 121768"/>
              <a:gd name="connsiteY6" fmla="*/ 4394 h 121768"/>
              <a:gd name="connsiteX7" fmla="*/ 42682 w 121768"/>
              <a:gd name="connsiteY7" fmla="*/ 2511 h 121768"/>
              <a:gd name="connsiteX8" fmla="*/ 38916 w 121768"/>
              <a:gd name="connsiteY8" fmla="*/ 38288 h 121768"/>
              <a:gd name="connsiteX9" fmla="*/ 3766 w 121768"/>
              <a:gd name="connsiteY9" fmla="*/ 41427 h 121768"/>
              <a:gd name="connsiteX10" fmla="*/ 5021 w 121768"/>
              <a:gd name="connsiteY10" fmla="*/ 53352 h 121768"/>
              <a:gd name="connsiteX11" fmla="*/ 0 w 121768"/>
              <a:gd name="connsiteY11" fmla="*/ 64023 h 121768"/>
              <a:gd name="connsiteX12" fmla="*/ 30756 w 121768"/>
              <a:gd name="connsiteY12" fmla="*/ 77832 h 121768"/>
              <a:gd name="connsiteX13" fmla="*/ 23852 w 121768"/>
              <a:gd name="connsiteY13" fmla="*/ 111726 h 121768"/>
              <a:gd name="connsiteX14" fmla="*/ 35777 w 121768"/>
              <a:gd name="connsiteY14" fmla="*/ 113609 h 121768"/>
              <a:gd name="connsiteX15" fmla="*/ 44565 w 121768"/>
              <a:gd name="connsiteY15" fmla="*/ 121769 h 121768"/>
              <a:gd name="connsiteX16" fmla="*/ 64023 w 121768"/>
              <a:gd name="connsiteY16" fmla="*/ 106077 h 121768"/>
              <a:gd name="connsiteX17" fmla="*/ 65906 w 121768"/>
              <a:gd name="connsiteY17" fmla="*/ 101056 h 121768"/>
              <a:gd name="connsiteX18" fmla="*/ 91641 w 121768"/>
              <a:gd name="connsiteY18" fmla="*/ 116120 h 121768"/>
              <a:gd name="connsiteX19" fmla="*/ 98545 w 121768"/>
              <a:gd name="connsiteY19" fmla="*/ 106077 h 121768"/>
              <a:gd name="connsiteX20" fmla="*/ 109215 w 121768"/>
              <a:gd name="connsiteY20" fmla="*/ 101056 h 121768"/>
              <a:gd name="connsiteX21" fmla="*/ 94151 w 121768"/>
              <a:gd name="connsiteY21" fmla="*/ 69672 h 121768"/>
              <a:gd name="connsiteX22" fmla="*/ 104822 w 121768"/>
              <a:gd name="connsiteY22" fmla="*/ 67789 h 121768"/>
              <a:gd name="connsiteX23" fmla="*/ 77832 w 121768"/>
              <a:gd name="connsiteY23" fmla="*/ 62768 h 121768"/>
              <a:gd name="connsiteX24" fmla="*/ 69672 w 121768"/>
              <a:gd name="connsiteY24" fmla="*/ 64023 h 121768"/>
              <a:gd name="connsiteX25" fmla="*/ 75949 w 121768"/>
              <a:gd name="connsiteY25" fmla="*/ 69044 h 121768"/>
              <a:gd name="connsiteX26" fmla="*/ 76576 w 121768"/>
              <a:gd name="connsiteY26" fmla="*/ 73438 h 121768"/>
              <a:gd name="connsiteX27" fmla="*/ 72183 w 121768"/>
              <a:gd name="connsiteY27" fmla="*/ 74066 h 121768"/>
              <a:gd name="connsiteX28" fmla="*/ 72183 w 121768"/>
              <a:gd name="connsiteY28" fmla="*/ 74066 h 121768"/>
              <a:gd name="connsiteX29" fmla="*/ 65906 w 121768"/>
              <a:gd name="connsiteY29" fmla="*/ 69044 h 121768"/>
              <a:gd name="connsiteX30" fmla="*/ 67161 w 121768"/>
              <a:gd name="connsiteY30" fmla="*/ 77204 h 121768"/>
              <a:gd name="connsiteX31" fmla="*/ 64650 w 121768"/>
              <a:gd name="connsiteY31" fmla="*/ 80970 h 121768"/>
              <a:gd name="connsiteX32" fmla="*/ 60884 w 121768"/>
              <a:gd name="connsiteY32" fmla="*/ 78459 h 121768"/>
              <a:gd name="connsiteX33" fmla="*/ 60884 w 121768"/>
              <a:gd name="connsiteY33" fmla="*/ 78459 h 121768"/>
              <a:gd name="connsiteX34" fmla="*/ 59629 w 121768"/>
              <a:gd name="connsiteY34" fmla="*/ 70300 h 121768"/>
              <a:gd name="connsiteX35" fmla="*/ 54608 w 121768"/>
              <a:gd name="connsiteY35" fmla="*/ 76576 h 121768"/>
              <a:gd name="connsiteX36" fmla="*/ 50214 w 121768"/>
              <a:gd name="connsiteY36" fmla="*/ 77204 h 121768"/>
              <a:gd name="connsiteX37" fmla="*/ 49586 w 121768"/>
              <a:gd name="connsiteY37" fmla="*/ 72810 h 121768"/>
              <a:gd name="connsiteX38" fmla="*/ 54608 w 121768"/>
              <a:gd name="connsiteY38" fmla="*/ 66534 h 121768"/>
              <a:gd name="connsiteX39" fmla="*/ 46448 w 121768"/>
              <a:gd name="connsiteY39" fmla="*/ 67789 h 121768"/>
              <a:gd name="connsiteX40" fmla="*/ 42682 w 121768"/>
              <a:gd name="connsiteY40" fmla="*/ 65278 h 121768"/>
              <a:gd name="connsiteX41" fmla="*/ 45193 w 121768"/>
              <a:gd name="connsiteY41" fmla="*/ 61512 h 121768"/>
              <a:gd name="connsiteX42" fmla="*/ 53352 w 121768"/>
              <a:gd name="connsiteY42" fmla="*/ 60257 h 121768"/>
              <a:gd name="connsiteX43" fmla="*/ 47076 w 121768"/>
              <a:gd name="connsiteY43" fmla="*/ 55235 h 121768"/>
              <a:gd name="connsiteX44" fmla="*/ 46448 w 121768"/>
              <a:gd name="connsiteY44" fmla="*/ 50842 h 121768"/>
              <a:gd name="connsiteX45" fmla="*/ 50842 w 121768"/>
              <a:gd name="connsiteY45" fmla="*/ 50214 h 121768"/>
              <a:gd name="connsiteX46" fmla="*/ 57118 w 121768"/>
              <a:gd name="connsiteY46" fmla="*/ 55235 h 121768"/>
              <a:gd name="connsiteX47" fmla="*/ 55863 w 121768"/>
              <a:gd name="connsiteY47" fmla="*/ 47076 h 121768"/>
              <a:gd name="connsiteX48" fmla="*/ 58374 w 121768"/>
              <a:gd name="connsiteY48" fmla="*/ 43310 h 121768"/>
              <a:gd name="connsiteX49" fmla="*/ 62140 w 121768"/>
              <a:gd name="connsiteY49" fmla="*/ 45820 h 121768"/>
              <a:gd name="connsiteX50" fmla="*/ 63395 w 121768"/>
              <a:gd name="connsiteY50" fmla="*/ 53980 h 121768"/>
              <a:gd name="connsiteX51" fmla="*/ 68417 w 121768"/>
              <a:gd name="connsiteY51" fmla="*/ 47703 h 121768"/>
              <a:gd name="connsiteX52" fmla="*/ 72810 w 121768"/>
              <a:gd name="connsiteY52" fmla="*/ 47076 h 121768"/>
              <a:gd name="connsiteX53" fmla="*/ 73438 w 121768"/>
              <a:gd name="connsiteY53" fmla="*/ 51469 h 121768"/>
              <a:gd name="connsiteX54" fmla="*/ 68417 w 121768"/>
              <a:gd name="connsiteY54" fmla="*/ 57746 h 121768"/>
              <a:gd name="connsiteX55" fmla="*/ 76576 w 121768"/>
              <a:gd name="connsiteY55" fmla="*/ 56491 h 121768"/>
              <a:gd name="connsiteX56" fmla="*/ 80342 w 121768"/>
              <a:gd name="connsiteY56" fmla="*/ 59001 h 121768"/>
              <a:gd name="connsiteX57" fmla="*/ 77832 w 121768"/>
              <a:gd name="connsiteY57" fmla="*/ 62768 h 121768"/>
              <a:gd name="connsiteX58" fmla="*/ 77832 w 121768"/>
              <a:gd name="connsiteY58" fmla="*/ 62768 h 121768"/>
              <a:gd name="connsiteX59" fmla="*/ 77832 w 121768"/>
              <a:gd name="connsiteY59" fmla="*/ 62768 h 12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768" h="121768">
                <a:moveTo>
                  <a:pt x="104822" y="67789"/>
                </a:moveTo>
                <a:cubicBezTo>
                  <a:pt x="112982" y="64651"/>
                  <a:pt x="119258" y="57746"/>
                  <a:pt x="121769" y="48959"/>
                </a:cubicBezTo>
                <a:lnTo>
                  <a:pt x="114237" y="39544"/>
                </a:lnTo>
                <a:lnTo>
                  <a:pt x="112982" y="27618"/>
                </a:lnTo>
                <a:cubicBezTo>
                  <a:pt x="101683" y="21341"/>
                  <a:pt x="87247" y="23852"/>
                  <a:pt x="78459" y="33267"/>
                </a:cubicBezTo>
                <a:cubicBezTo>
                  <a:pt x="82225" y="20713"/>
                  <a:pt x="77204" y="6904"/>
                  <a:pt x="66534" y="0"/>
                </a:cubicBezTo>
                <a:lnTo>
                  <a:pt x="54608" y="4394"/>
                </a:lnTo>
                <a:lnTo>
                  <a:pt x="42682" y="2511"/>
                </a:lnTo>
                <a:cubicBezTo>
                  <a:pt x="33894" y="11926"/>
                  <a:pt x="32011" y="26990"/>
                  <a:pt x="38916" y="38288"/>
                </a:cubicBezTo>
                <a:cubicBezTo>
                  <a:pt x="27618" y="31384"/>
                  <a:pt x="13809" y="32639"/>
                  <a:pt x="3766" y="41427"/>
                </a:cubicBezTo>
                <a:lnTo>
                  <a:pt x="5021" y="53352"/>
                </a:lnTo>
                <a:lnTo>
                  <a:pt x="0" y="64023"/>
                </a:lnTo>
                <a:cubicBezTo>
                  <a:pt x="6277" y="74693"/>
                  <a:pt x="18830" y="80342"/>
                  <a:pt x="30756" y="77832"/>
                </a:cubicBezTo>
                <a:cubicBezTo>
                  <a:pt x="21341" y="86619"/>
                  <a:pt x="18203" y="100428"/>
                  <a:pt x="23852" y="111726"/>
                </a:cubicBezTo>
                <a:lnTo>
                  <a:pt x="35777" y="113609"/>
                </a:lnTo>
                <a:lnTo>
                  <a:pt x="44565" y="121769"/>
                </a:lnTo>
                <a:cubicBezTo>
                  <a:pt x="53352" y="119886"/>
                  <a:pt x="60257" y="113609"/>
                  <a:pt x="64023" y="106077"/>
                </a:cubicBezTo>
                <a:cubicBezTo>
                  <a:pt x="64650" y="104194"/>
                  <a:pt x="65278" y="102311"/>
                  <a:pt x="65906" y="101056"/>
                </a:cubicBezTo>
                <a:cubicBezTo>
                  <a:pt x="70927" y="110471"/>
                  <a:pt x="80970" y="116120"/>
                  <a:pt x="91641" y="116120"/>
                </a:cubicBezTo>
                <a:lnTo>
                  <a:pt x="98545" y="106077"/>
                </a:lnTo>
                <a:lnTo>
                  <a:pt x="109215" y="101056"/>
                </a:lnTo>
                <a:cubicBezTo>
                  <a:pt x="111726" y="88502"/>
                  <a:pt x="105449" y="75949"/>
                  <a:pt x="94151" y="69672"/>
                </a:cubicBezTo>
                <a:cubicBezTo>
                  <a:pt x="98545" y="69672"/>
                  <a:pt x="101683" y="69044"/>
                  <a:pt x="104822" y="67789"/>
                </a:cubicBezTo>
                <a:close/>
                <a:moveTo>
                  <a:pt x="77832" y="62768"/>
                </a:moveTo>
                <a:lnTo>
                  <a:pt x="69672" y="64023"/>
                </a:lnTo>
                <a:lnTo>
                  <a:pt x="75949" y="69044"/>
                </a:lnTo>
                <a:cubicBezTo>
                  <a:pt x="77204" y="70300"/>
                  <a:pt x="77832" y="72183"/>
                  <a:pt x="76576" y="73438"/>
                </a:cubicBezTo>
                <a:cubicBezTo>
                  <a:pt x="75321" y="74693"/>
                  <a:pt x="73438" y="75321"/>
                  <a:pt x="72183" y="74066"/>
                </a:cubicBezTo>
                <a:lnTo>
                  <a:pt x="72183" y="74066"/>
                </a:lnTo>
                <a:lnTo>
                  <a:pt x="65906" y="69044"/>
                </a:lnTo>
                <a:lnTo>
                  <a:pt x="67161" y="77204"/>
                </a:lnTo>
                <a:cubicBezTo>
                  <a:pt x="67161" y="79087"/>
                  <a:pt x="65906" y="80342"/>
                  <a:pt x="64650" y="80970"/>
                </a:cubicBezTo>
                <a:cubicBezTo>
                  <a:pt x="63395" y="81598"/>
                  <a:pt x="61512" y="79715"/>
                  <a:pt x="60884" y="78459"/>
                </a:cubicBezTo>
                <a:lnTo>
                  <a:pt x="60884" y="78459"/>
                </a:lnTo>
                <a:lnTo>
                  <a:pt x="59629" y="70300"/>
                </a:lnTo>
                <a:lnTo>
                  <a:pt x="54608" y="76576"/>
                </a:lnTo>
                <a:cubicBezTo>
                  <a:pt x="53352" y="77832"/>
                  <a:pt x="51469" y="77832"/>
                  <a:pt x="50214" y="77204"/>
                </a:cubicBezTo>
                <a:cubicBezTo>
                  <a:pt x="48959" y="75949"/>
                  <a:pt x="48959" y="74066"/>
                  <a:pt x="49586" y="72810"/>
                </a:cubicBezTo>
                <a:lnTo>
                  <a:pt x="54608" y="66534"/>
                </a:lnTo>
                <a:lnTo>
                  <a:pt x="46448" y="67789"/>
                </a:lnTo>
                <a:cubicBezTo>
                  <a:pt x="44565" y="67789"/>
                  <a:pt x="43310" y="66534"/>
                  <a:pt x="42682" y="65278"/>
                </a:cubicBezTo>
                <a:cubicBezTo>
                  <a:pt x="42054" y="64023"/>
                  <a:pt x="43937" y="62140"/>
                  <a:pt x="45193" y="61512"/>
                </a:cubicBezTo>
                <a:lnTo>
                  <a:pt x="53352" y="60257"/>
                </a:lnTo>
                <a:lnTo>
                  <a:pt x="47076" y="55235"/>
                </a:lnTo>
                <a:cubicBezTo>
                  <a:pt x="45820" y="53980"/>
                  <a:pt x="45193" y="52097"/>
                  <a:pt x="46448" y="50842"/>
                </a:cubicBezTo>
                <a:cubicBezTo>
                  <a:pt x="47703" y="49586"/>
                  <a:pt x="49586" y="48959"/>
                  <a:pt x="50842" y="50214"/>
                </a:cubicBezTo>
                <a:lnTo>
                  <a:pt x="57118" y="55235"/>
                </a:lnTo>
                <a:lnTo>
                  <a:pt x="55863" y="47076"/>
                </a:lnTo>
                <a:cubicBezTo>
                  <a:pt x="55863" y="45193"/>
                  <a:pt x="57118" y="43937"/>
                  <a:pt x="58374" y="43310"/>
                </a:cubicBezTo>
                <a:cubicBezTo>
                  <a:pt x="59629" y="42682"/>
                  <a:pt x="61512" y="44565"/>
                  <a:pt x="62140" y="45820"/>
                </a:cubicBezTo>
                <a:lnTo>
                  <a:pt x="63395" y="53980"/>
                </a:lnTo>
                <a:lnTo>
                  <a:pt x="68417" y="47703"/>
                </a:lnTo>
                <a:cubicBezTo>
                  <a:pt x="69672" y="46448"/>
                  <a:pt x="71555" y="45820"/>
                  <a:pt x="72810" y="47076"/>
                </a:cubicBezTo>
                <a:cubicBezTo>
                  <a:pt x="74066" y="48331"/>
                  <a:pt x="74693" y="50214"/>
                  <a:pt x="73438" y="51469"/>
                </a:cubicBezTo>
                <a:lnTo>
                  <a:pt x="68417" y="57746"/>
                </a:lnTo>
                <a:lnTo>
                  <a:pt x="76576" y="56491"/>
                </a:lnTo>
                <a:cubicBezTo>
                  <a:pt x="78459" y="56491"/>
                  <a:pt x="79715" y="57746"/>
                  <a:pt x="80342" y="59001"/>
                </a:cubicBezTo>
                <a:cubicBezTo>
                  <a:pt x="80970" y="60257"/>
                  <a:pt x="79715" y="62768"/>
                  <a:pt x="77832" y="62768"/>
                </a:cubicBezTo>
                <a:lnTo>
                  <a:pt x="77832" y="62768"/>
                </a:lnTo>
                <a:lnTo>
                  <a:pt x="77832" y="62768"/>
                </a:lnTo>
                <a:close/>
              </a:path>
            </a:pathLst>
          </a:custGeom>
          <a:solidFill>
            <a:srgbClr val="FBEBF9"/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260138F6-FB18-975F-46D0-7B0D00326B7E}"/>
              </a:ext>
            </a:extLst>
          </p:cNvPr>
          <p:cNvSpPr/>
          <p:nvPr/>
        </p:nvSpPr>
        <p:spPr>
          <a:xfrm>
            <a:off x="4204930" y="3130560"/>
            <a:ext cx="170513" cy="172530"/>
          </a:xfrm>
          <a:custGeom>
            <a:avLst/>
            <a:gdLst>
              <a:gd name="connsiteX0" fmla="*/ 91641 w 106077"/>
              <a:gd name="connsiteY0" fmla="*/ 59629 h 107332"/>
              <a:gd name="connsiteX1" fmla="*/ 106077 w 106077"/>
              <a:gd name="connsiteY1" fmla="*/ 43310 h 107332"/>
              <a:gd name="connsiteX2" fmla="*/ 99800 w 106077"/>
              <a:gd name="connsiteY2" fmla="*/ 35150 h 107332"/>
              <a:gd name="connsiteX3" fmla="*/ 98545 w 106077"/>
              <a:gd name="connsiteY3" fmla="*/ 24479 h 107332"/>
              <a:gd name="connsiteX4" fmla="*/ 67789 w 106077"/>
              <a:gd name="connsiteY4" fmla="*/ 29501 h 107332"/>
              <a:gd name="connsiteX5" fmla="*/ 57118 w 106077"/>
              <a:gd name="connsiteY5" fmla="*/ 0 h 107332"/>
              <a:gd name="connsiteX6" fmla="*/ 47076 w 106077"/>
              <a:gd name="connsiteY6" fmla="*/ 3766 h 107332"/>
              <a:gd name="connsiteX7" fmla="*/ 36405 w 106077"/>
              <a:gd name="connsiteY7" fmla="*/ 2511 h 107332"/>
              <a:gd name="connsiteX8" fmla="*/ 33267 w 106077"/>
              <a:gd name="connsiteY8" fmla="*/ 33894 h 107332"/>
              <a:gd name="connsiteX9" fmla="*/ 2511 w 106077"/>
              <a:gd name="connsiteY9" fmla="*/ 36405 h 107332"/>
              <a:gd name="connsiteX10" fmla="*/ 3766 w 106077"/>
              <a:gd name="connsiteY10" fmla="*/ 47076 h 107332"/>
              <a:gd name="connsiteX11" fmla="*/ 0 w 106077"/>
              <a:gd name="connsiteY11" fmla="*/ 56491 h 107332"/>
              <a:gd name="connsiteX12" fmla="*/ 26990 w 106077"/>
              <a:gd name="connsiteY12" fmla="*/ 68417 h 107332"/>
              <a:gd name="connsiteX13" fmla="*/ 20713 w 106077"/>
              <a:gd name="connsiteY13" fmla="*/ 98545 h 107332"/>
              <a:gd name="connsiteX14" fmla="*/ 31384 w 106077"/>
              <a:gd name="connsiteY14" fmla="*/ 100428 h 107332"/>
              <a:gd name="connsiteX15" fmla="*/ 39544 w 106077"/>
              <a:gd name="connsiteY15" fmla="*/ 107332 h 107332"/>
              <a:gd name="connsiteX16" fmla="*/ 58374 w 106077"/>
              <a:gd name="connsiteY16" fmla="*/ 89130 h 107332"/>
              <a:gd name="connsiteX17" fmla="*/ 80970 w 106077"/>
              <a:gd name="connsiteY17" fmla="*/ 102311 h 107332"/>
              <a:gd name="connsiteX18" fmla="*/ 86619 w 106077"/>
              <a:gd name="connsiteY18" fmla="*/ 93524 h 107332"/>
              <a:gd name="connsiteX19" fmla="*/ 96034 w 106077"/>
              <a:gd name="connsiteY19" fmla="*/ 89130 h 107332"/>
              <a:gd name="connsiteX20" fmla="*/ 82853 w 106077"/>
              <a:gd name="connsiteY20" fmla="*/ 61512 h 107332"/>
              <a:gd name="connsiteX21" fmla="*/ 91641 w 106077"/>
              <a:gd name="connsiteY21" fmla="*/ 59629 h 107332"/>
              <a:gd name="connsiteX22" fmla="*/ 68417 w 106077"/>
              <a:gd name="connsiteY22" fmla="*/ 55863 h 107332"/>
              <a:gd name="connsiteX23" fmla="*/ 60884 w 106077"/>
              <a:gd name="connsiteY23" fmla="*/ 56491 h 107332"/>
              <a:gd name="connsiteX24" fmla="*/ 66534 w 106077"/>
              <a:gd name="connsiteY24" fmla="*/ 60884 h 107332"/>
              <a:gd name="connsiteX25" fmla="*/ 67161 w 106077"/>
              <a:gd name="connsiteY25" fmla="*/ 64651 h 107332"/>
              <a:gd name="connsiteX26" fmla="*/ 63395 w 106077"/>
              <a:gd name="connsiteY26" fmla="*/ 65278 h 107332"/>
              <a:gd name="connsiteX27" fmla="*/ 63395 w 106077"/>
              <a:gd name="connsiteY27" fmla="*/ 65278 h 107332"/>
              <a:gd name="connsiteX28" fmla="*/ 57746 w 106077"/>
              <a:gd name="connsiteY28" fmla="*/ 60884 h 107332"/>
              <a:gd name="connsiteX29" fmla="*/ 58374 w 106077"/>
              <a:gd name="connsiteY29" fmla="*/ 68417 h 107332"/>
              <a:gd name="connsiteX30" fmla="*/ 55863 w 106077"/>
              <a:gd name="connsiteY30" fmla="*/ 71555 h 107332"/>
              <a:gd name="connsiteX31" fmla="*/ 52725 w 106077"/>
              <a:gd name="connsiteY31" fmla="*/ 69044 h 107332"/>
              <a:gd name="connsiteX32" fmla="*/ 52097 w 106077"/>
              <a:gd name="connsiteY32" fmla="*/ 61512 h 107332"/>
              <a:gd name="connsiteX33" fmla="*/ 47703 w 106077"/>
              <a:gd name="connsiteY33" fmla="*/ 67161 h 107332"/>
              <a:gd name="connsiteX34" fmla="*/ 45820 w 106077"/>
              <a:gd name="connsiteY34" fmla="*/ 68417 h 107332"/>
              <a:gd name="connsiteX35" fmla="*/ 42682 w 106077"/>
              <a:gd name="connsiteY35" fmla="*/ 65906 h 107332"/>
              <a:gd name="connsiteX36" fmla="*/ 43310 w 106077"/>
              <a:gd name="connsiteY36" fmla="*/ 64023 h 107332"/>
              <a:gd name="connsiteX37" fmla="*/ 47703 w 106077"/>
              <a:gd name="connsiteY37" fmla="*/ 58374 h 107332"/>
              <a:gd name="connsiteX38" fmla="*/ 40171 w 106077"/>
              <a:gd name="connsiteY38" fmla="*/ 59001 h 107332"/>
              <a:gd name="connsiteX39" fmla="*/ 37033 w 106077"/>
              <a:gd name="connsiteY39" fmla="*/ 56491 h 107332"/>
              <a:gd name="connsiteX40" fmla="*/ 39544 w 106077"/>
              <a:gd name="connsiteY40" fmla="*/ 53352 h 107332"/>
              <a:gd name="connsiteX41" fmla="*/ 47076 w 106077"/>
              <a:gd name="connsiteY41" fmla="*/ 52725 h 107332"/>
              <a:gd name="connsiteX42" fmla="*/ 41427 w 106077"/>
              <a:gd name="connsiteY42" fmla="*/ 48331 h 107332"/>
              <a:gd name="connsiteX43" fmla="*/ 40799 w 106077"/>
              <a:gd name="connsiteY43" fmla="*/ 44565 h 107332"/>
              <a:gd name="connsiteX44" fmla="*/ 44565 w 106077"/>
              <a:gd name="connsiteY44" fmla="*/ 43937 h 107332"/>
              <a:gd name="connsiteX45" fmla="*/ 44565 w 106077"/>
              <a:gd name="connsiteY45" fmla="*/ 43937 h 107332"/>
              <a:gd name="connsiteX46" fmla="*/ 50214 w 106077"/>
              <a:gd name="connsiteY46" fmla="*/ 48331 h 107332"/>
              <a:gd name="connsiteX47" fmla="*/ 49586 w 106077"/>
              <a:gd name="connsiteY47" fmla="*/ 40799 h 107332"/>
              <a:gd name="connsiteX48" fmla="*/ 52097 w 106077"/>
              <a:gd name="connsiteY48" fmla="*/ 37661 h 107332"/>
              <a:gd name="connsiteX49" fmla="*/ 55235 w 106077"/>
              <a:gd name="connsiteY49" fmla="*/ 40171 h 107332"/>
              <a:gd name="connsiteX50" fmla="*/ 55235 w 106077"/>
              <a:gd name="connsiteY50" fmla="*/ 40171 h 107332"/>
              <a:gd name="connsiteX51" fmla="*/ 55863 w 106077"/>
              <a:gd name="connsiteY51" fmla="*/ 47703 h 107332"/>
              <a:gd name="connsiteX52" fmla="*/ 60257 w 106077"/>
              <a:gd name="connsiteY52" fmla="*/ 42054 h 107332"/>
              <a:gd name="connsiteX53" fmla="*/ 64023 w 106077"/>
              <a:gd name="connsiteY53" fmla="*/ 41427 h 107332"/>
              <a:gd name="connsiteX54" fmla="*/ 64651 w 106077"/>
              <a:gd name="connsiteY54" fmla="*/ 45193 h 107332"/>
              <a:gd name="connsiteX55" fmla="*/ 64651 w 106077"/>
              <a:gd name="connsiteY55" fmla="*/ 45193 h 107332"/>
              <a:gd name="connsiteX56" fmla="*/ 60257 w 106077"/>
              <a:gd name="connsiteY56" fmla="*/ 50842 h 107332"/>
              <a:gd name="connsiteX57" fmla="*/ 67789 w 106077"/>
              <a:gd name="connsiteY57" fmla="*/ 50214 h 107332"/>
              <a:gd name="connsiteX58" fmla="*/ 70927 w 106077"/>
              <a:gd name="connsiteY58" fmla="*/ 52725 h 107332"/>
              <a:gd name="connsiteX59" fmla="*/ 68417 w 106077"/>
              <a:gd name="connsiteY59" fmla="*/ 55863 h 107332"/>
              <a:gd name="connsiteX60" fmla="*/ 68417 w 106077"/>
              <a:gd name="connsiteY60" fmla="*/ 55863 h 107332"/>
              <a:gd name="connsiteX61" fmla="*/ 68417 w 106077"/>
              <a:gd name="connsiteY61" fmla="*/ 55863 h 10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06077" h="107332">
                <a:moveTo>
                  <a:pt x="91641" y="59629"/>
                </a:moveTo>
                <a:cubicBezTo>
                  <a:pt x="98545" y="56491"/>
                  <a:pt x="104194" y="50842"/>
                  <a:pt x="106077" y="43310"/>
                </a:cubicBezTo>
                <a:lnTo>
                  <a:pt x="99800" y="35150"/>
                </a:lnTo>
                <a:lnTo>
                  <a:pt x="98545" y="24479"/>
                </a:lnTo>
                <a:cubicBezTo>
                  <a:pt x="88502" y="19458"/>
                  <a:pt x="75949" y="21341"/>
                  <a:pt x="67789" y="29501"/>
                </a:cubicBezTo>
                <a:cubicBezTo>
                  <a:pt x="71555" y="18203"/>
                  <a:pt x="67161" y="6277"/>
                  <a:pt x="57118" y="0"/>
                </a:cubicBezTo>
                <a:lnTo>
                  <a:pt x="47076" y="3766"/>
                </a:lnTo>
                <a:lnTo>
                  <a:pt x="36405" y="2511"/>
                </a:lnTo>
                <a:cubicBezTo>
                  <a:pt x="28245" y="11298"/>
                  <a:pt x="26990" y="23852"/>
                  <a:pt x="33267" y="33894"/>
                </a:cubicBezTo>
                <a:cubicBezTo>
                  <a:pt x="23224" y="27618"/>
                  <a:pt x="10670" y="28873"/>
                  <a:pt x="2511" y="36405"/>
                </a:cubicBezTo>
                <a:lnTo>
                  <a:pt x="3766" y="47076"/>
                </a:lnTo>
                <a:lnTo>
                  <a:pt x="0" y="56491"/>
                </a:lnTo>
                <a:cubicBezTo>
                  <a:pt x="5649" y="65906"/>
                  <a:pt x="16320" y="70927"/>
                  <a:pt x="26990" y="68417"/>
                </a:cubicBezTo>
                <a:cubicBezTo>
                  <a:pt x="18830" y="75949"/>
                  <a:pt x="16320" y="87875"/>
                  <a:pt x="20713" y="98545"/>
                </a:cubicBezTo>
                <a:lnTo>
                  <a:pt x="31384" y="100428"/>
                </a:lnTo>
                <a:lnTo>
                  <a:pt x="39544" y="107332"/>
                </a:lnTo>
                <a:cubicBezTo>
                  <a:pt x="48959" y="104822"/>
                  <a:pt x="55863" y="97917"/>
                  <a:pt x="58374" y="89130"/>
                </a:cubicBezTo>
                <a:cubicBezTo>
                  <a:pt x="62768" y="97290"/>
                  <a:pt x="71555" y="102311"/>
                  <a:pt x="80970" y="102311"/>
                </a:cubicBezTo>
                <a:lnTo>
                  <a:pt x="86619" y="93524"/>
                </a:lnTo>
                <a:lnTo>
                  <a:pt x="96034" y="89130"/>
                </a:lnTo>
                <a:cubicBezTo>
                  <a:pt x="97917" y="77832"/>
                  <a:pt x="92896" y="67161"/>
                  <a:pt x="82853" y="61512"/>
                </a:cubicBezTo>
                <a:cubicBezTo>
                  <a:pt x="85991" y="61512"/>
                  <a:pt x="89130" y="60884"/>
                  <a:pt x="91641" y="59629"/>
                </a:cubicBezTo>
                <a:close/>
                <a:moveTo>
                  <a:pt x="68417" y="55863"/>
                </a:moveTo>
                <a:lnTo>
                  <a:pt x="60884" y="56491"/>
                </a:lnTo>
                <a:lnTo>
                  <a:pt x="66534" y="60884"/>
                </a:lnTo>
                <a:cubicBezTo>
                  <a:pt x="67789" y="62140"/>
                  <a:pt x="67789" y="63395"/>
                  <a:pt x="67161" y="64651"/>
                </a:cubicBezTo>
                <a:cubicBezTo>
                  <a:pt x="65906" y="65906"/>
                  <a:pt x="64651" y="65906"/>
                  <a:pt x="63395" y="65278"/>
                </a:cubicBezTo>
                <a:lnTo>
                  <a:pt x="63395" y="65278"/>
                </a:lnTo>
                <a:lnTo>
                  <a:pt x="57746" y="60884"/>
                </a:lnTo>
                <a:lnTo>
                  <a:pt x="58374" y="68417"/>
                </a:lnTo>
                <a:cubicBezTo>
                  <a:pt x="58374" y="69672"/>
                  <a:pt x="57746" y="71555"/>
                  <a:pt x="55863" y="71555"/>
                </a:cubicBezTo>
                <a:cubicBezTo>
                  <a:pt x="54608" y="71555"/>
                  <a:pt x="52725" y="70927"/>
                  <a:pt x="52725" y="69044"/>
                </a:cubicBezTo>
                <a:lnTo>
                  <a:pt x="52097" y="61512"/>
                </a:lnTo>
                <a:lnTo>
                  <a:pt x="47703" y="67161"/>
                </a:lnTo>
                <a:cubicBezTo>
                  <a:pt x="47076" y="67789"/>
                  <a:pt x="46448" y="68417"/>
                  <a:pt x="45820" y="68417"/>
                </a:cubicBezTo>
                <a:cubicBezTo>
                  <a:pt x="44565" y="68417"/>
                  <a:pt x="42682" y="67789"/>
                  <a:pt x="42682" y="65906"/>
                </a:cubicBezTo>
                <a:cubicBezTo>
                  <a:pt x="42682" y="65278"/>
                  <a:pt x="42682" y="64651"/>
                  <a:pt x="43310" y="64023"/>
                </a:cubicBezTo>
                <a:lnTo>
                  <a:pt x="47703" y="58374"/>
                </a:lnTo>
                <a:lnTo>
                  <a:pt x="40171" y="59001"/>
                </a:lnTo>
                <a:cubicBezTo>
                  <a:pt x="38916" y="59001"/>
                  <a:pt x="37033" y="58374"/>
                  <a:pt x="37033" y="56491"/>
                </a:cubicBezTo>
                <a:cubicBezTo>
                  <a:pt x="37033" y="55235"/>
                  <a:pt x="37661" y="53352"/>
                  <a:pt x="39544" y="53352"/>
                </a:cubicBezTo>
                <a:lnTo>
                  <a:pt x="47076" y="52725"/>
                </a:lnTo>
                <a:lnTo>
                  <a:pt x="41427" y="48331"/>
                </a:lnTo>
                <a:cubicBezTo>
                  <a:pt x="40171" y="47076"/>
                  <a:pt x="40171" y="45820"/>
                  <a:pt x="40799" y="44565"/>
                </a:cubicBezTo>
                <a:cubicBezTo>
                  <a:pt x="41427" y="43310"/>
                  <a:pt x="43310" y="43310"/>
                  <a:pt x="44565" y="43937"/>
                </a:cubicBezTo>
                <a:cubicBezTo>
                  <a:pt x="44565" y="43937"/>
                  <a:pt x="44565" y="43937"/>
                  <a:pt x="44565" y="43937"/>
                </a:cubicBezTo>
                <a:lnTo>
                  <a:pt x="50214" y="48331"/>
                </a:lnTo>
                <a:lnTo>
                  <a:pt x="49586" y="40799"/>
                </a:lnTo>
                <a:cubicBezTo>
                  <a:pt x="49586" y="39544"/>
                  <a:pt x="50214" y="37661"/>
                  <a:pt x="52097" y="37661"/>
                </a:cubicBezTo>
                <a:cubicBezTo>
                  <a:pt x="53352" y="37661"/>
                  <a:pt x="55235" y="38288"/>
                  <a:pt x="55235" y="40171"/>
                </a:cubicBezTo>
                <a:cubicBezTo>
                  <a:pt x="55235" y="40171"/>
                  <a:pt x="55235" y="40171"/>
                  <a:pt x="55235" y="40171"/>
                </a:cubicBezTo>
                <a:lnTo>
                  <a:pt x="55863" y="47703"/>
                </a:lnTo>
                <a:lnTo>
                  <a:pt x="60257" y="42054"/>
                </a:lnTo>
                <a:cubicBezTo>
                  <a:pt x="61512" y="40799"/>
                  <a:pt x="62768" y="40799"/>
                  <a:pt x="64023" y="41427"/>
                </a:cubicBezTo>
                <a:cubicBezTo>
                  <a:pt x="65278" y="42682"/>
                  <a:pt x="65278" y="43937"/>
                  <a:pt x="64651" y="45193"/>
                </a:cubicBezTo>
                <a:lnTo>
                  <a:pt x="64651" y="45193"/>
                </a:lnTo>
                <a:lnTo>
                  <a:pt x="60257" y="50842"/>
                </a:lnTo>
                <a:lnTo>
                  <a:pt x="67789" y="50214"/>
                </a:lnTo>
                <a:cubicBezTo>
                  <a:pt x="69044" y="50214"/>
                  <a:pt x="70927" y="50842"/>
                  <a:pt x="70927" y="52725"/>
                </a:cubicBezTo>
                <a:cubicBezTo>
                  <a:pt x="70927" y="53980"/>
                  <a:pt x="69672" y="55235"/>
                  <a:pt x="68417" y="55863"/>
                </a:cubicBezTo>
                <a:lnTo>
                  <a:pt x="68417" y="55863"/>
                </a:lnTo>
                <a:lnTo>
                  <a:pt x="68417" y="55863"/>
                </a:lnTo>
                <a:close/>
              </a:path>
            </a:pathLst>
          </a:custGeom>
          <a:solidFill>
            <a:srgbClr val="FBEBF9"/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DF289272-54A2-CE82-0ADA-6190D3B5B6BB}"/>
              </a:ext>
            </a:extLst>
          </p:cNvPr>
          <p:cNvSpPr/>
          <p:nvPr/>
        </p:nvSpPr>
        <p:spPr>
          <a:xfrm>
            <a:off x="4219055" y="2848054"/>
            <a:ext cx="111992" cy="150333"/>
          </a:xfrm>
          <a:custGeom>
            <a:avLst/>
            <a:gdLst>
              <a:gd name="connsiteX0" fmla="*/ 23224 w 69671"/>
              <a:gd name="connsiteY0" fmla="*/ 93524 h 93523"/>
              <a:gd name="connsiteX1" fmla="*/ 69672 w 69671"/>
              <a:gd name="connsiteY1" fmla="*/ 10670 h 93523"/>
              <a:gd name="connsiteX2" fmla="*/ 60257 w 69671"/>
              <a:gd name="connsiteY2" fmla="*/ 0 h 93523"/>
              <a:gd name="connsiteX3" fmla="*/ 46448 w 69671"/>
              <a:gd name="connsiteY3" fmla="*/ 1883 h 93523"/>
              <a:gd name="connsiteX4" fmla="*/ 35150 w 69671"/>
              <a:gd name="connsiteY4" fmla="*/ 628 h 93523"/>
              <a:gd name="connsiteX5" fmla="*/ 33267 w 69671"/>
              <a:gd name="connsiteY5" fmla="*/ 0 h 93523"/>
              <a:gd name="connsiteX6" fmla="*/ 0 w 69671"/>
              <a:gd name="connsiteY6" fmla="*/ 59629 h 93523"/>
              <a:gd name="connsiteX7" fmla="*/ 5649 w 69671"/>
              <a:gd name="connsiteY7" fmla="*/ 77832 h 93523"/>
              <a:gd name="connsiteX8" fmla="*/ 23224 w 69671"/>
              <a:gd name="connsiteY8" fmla="*/ 93524 h 9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671" h="93523">
                <a:moveTo>
                  <a:pt x="23224" y="93524"/>
                </a:moveTo>
                <a:cubicBezTo>
                  <a:pt x="40799" y="67161"/>
                  <a:pt x="56491" y="39544"/>
                  <a:pt x="69672" y="10670"/>
                </a:cubicBezTo>
                <a:cubicBezTo>
                  <a:pt x="65906" y="7532"/>
                  <a:pt x="62768" y="4394"/>
                  <a:pt x="60257" y="0"/>
                </a:cubicBezTo>
                <a:cubicBezTo>
                  <a:pt x="55863" y="1255"/>
                  <a:pt x="50842" y="1883"/>
                  <a:pt x="46448" y="1883"/>
                </a:cubicBezTo>
                <a:cubicBezTo>
                  <a:pt x="42682" y="1883"/>
                  <a:pt x="38916" y="1255"/>
                  <a:pt x="35150" y="628"/>
                </a:cubicBezTo>
                <a:lnTo>
                  <a:pt x="33267" y="0"/>
                </a:lnTo>
                <a:cubicBezTo>
                  <a:pt x="22596" y="21341"/>
                  <a:pt x="11926" y="40799"/>
                  <a:pt x="0" y="59629"/>
                </a:cubicBezTo>
                <a:lnTo>
                  <a:pt x="5649" y="77832"/>
                </a:lnTo>
                <a:lnTo>
                  <a:pt x="23224" y="93524"/>
                </a:lnTo>
                <a:close/>
              </a:path>
            </a:pathLst>
          </a:custGeom>
          <a:solidFill>
            <a:srgbClr val="FBEBF9"/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BB748A1F-4CBF-E30F-C5C0-973CCFA68D80}"/>
              </a:ext>
            </a:extLst>
          </p:cNvPr>
          <p:cNvSpPr/>
          <p:nvPr/>
        </p:nvSpPr>
        <p:spPr>
          <a:xfrm>
            <a:off x="3606623" y="3181006"/>
            <a:ext cx="576111" cy="262327"/>
          </a:xfrm>
          <a:custGeom>
            <a:avLst/>
            <a:gdLst>
              <a:gd name="connsiteX0" fmla="*/ 106077 w 358402"/>
              <a:gd name="connsiteY0" fmla="*/ 95407 h 163195"/>
              <a:gd name="connsiteX1" fmla="*/ 0 w 358402"/>
              <a:gd name="connsiteY1" fmla="*/ 125535 h 163195"/>
              <a:gd name="connsiteX2" fmla="*/ 1883 w 358402"/>
              <a:gd name="connsiteY2" fmla="*/ 144365 h 163195"/>
              <a:gd name="connsiteX3" fmla="*/ 3766 w 358402"/>
              <a:gd name="connsiteY3" fmla="*/ 163196 h 163195"/>
              <a:gd name="connsiteX4" fmla="*/ 119258 w 358402"/>
              <a:gd name="connsiteY4" fmla="*/ 131184 h 163195"/>
              <a:gd name="connsiteX5" fmla="*/ 193324 w 358402"/>
              <a:gd name="connsiteY5" fmla="*/ 147504 h 163195"/>
              <a:gd name="connsiteX6" fmla="*/ 196462 w 358402"/>
              <a:gd name="connsiteY6" fmla="*/ 144365 h 163195"/>
              <a:gd name="connsiteX7" fmla="*/ 220314 w 358402"/>
              <a:gd name="connsiteY7" fmla="*/ 129929 h 163195"/>
              <a:gd name="connsiteX8" fmla="*/ 221569 w 358402"/>
              <a:gd name="connsiteY8" fmla="*/ 121141 h 163195"/>
              <a:gd name="connsiteX9" fmla="*/ 183281 w 358402"/>
              <a:gd name="connsiteY9" fmla="*/ 101056 h 163195"/>
              <a:gd name="connsiteX10" fmla="*/ 193324 w 358402"/>
              <a:gd name="connsiteY10" fmla="*/ 95407 h 163195"/>
              <a:gd name="connsiteX11" fmla="*/ 264879 w 358402"/>
              <a:gd name="connsiteY11" fmla="*/ 45193 h 163195"/>
              <a:gd name="connsiteX12" fmla="*/ 274294 w 358402"/>
              <a:gd name="connsiteY12" fmla="*/ 45193 h 163195"/>
              <a:gd name="connsiteX13" fmla="*/ 357147 w 358402"/>
              <a:gd name="connsiteY13" fmla="*/ 35777 h 163195"/>
              <a:gd name="connsiteX14" fmla="*/ 357147 w 358402"/>
              <a:gd name="connsiteY14" fmla="*/ 35777 h 163195"/>
              <a:gd name="connsiteX15" fmla="*/ 352126 w 358402"/>
              <a:gd name="connsiteY15" fmla="*/ 27618 h 163195"/>
              <a:gd name="connsiteX16" fmla="*/ 358402 w 358402"/>
              <a:gd name="connsiteY16" fmla="*/ 13809 h 163195"/>
              <a:gd name="connsiteX17" fmla="*/ 357147 w 358402"/>
              <a:gd name="connsiteY17" fmla="*/ 1255 h 163195"/>
              <a:gd name="connsiteX18" fmla="*/ 354636 w 358402"/>
              <a:gd name="connsiteY18" fmla="*/ 1255 h 163195"/>
              <a:gd name="connsiteX19" fmla="*/ 354636 w 358402"/>
              <a:gd name="connsiteY19" fmla="*/ 1255 h 163195"/>
              <a:gd name="connsiteX20" fmla="*/ 343338 w 358402"/>
              <a:gd name="connsiteY20" fmla="*/ 0 h 163195"/>
              <a:gd name="connsiteX21" fmla="*/ 331412 w 358402"/>
              <a:gd name="connsiteY21" fmla="*/ 2511 h 163195"/>
              <a:gd name="connsiteX22" fmla="*/ 311954 w 358402"/>
              <a:gd name="connsiteY22" fmla="*/ 16947 h 163195"/>
              <a:gd name="connsiteX23" fmla="*/ 303167 w 358402"/>
              <a:gd name="connsiteY23" fmla="*/ 20713 h 163195"/>
              <a:gd name="connsiteX24" fmla="*/ 286220 w 358402"/>
              <a:gd name="connsiteY24" fmla="*/ 10670 h 163195"/>
              <a:gd name="connsiteX25" fmla="*/ 266762 w 358402"/>
              <a:gd name="connsiteY25" fmla="*/ 10670 h 163195"/>
              <a:gd name="connsiteX26" fmla="*/ 259230 w 358402"/>
              <a:gd name="connsiteY26" fmla="*/ 1255 h 163195"/>
              <a:gd name="connsiteX27" fmla="*/ 258602 w 358402"/>
              <a:gd name="connsiteY27" fmla="*/ 0 h 163195"/>
              <a:gd name="connsiteX28" fmla="*/ 175121 w 358402"/>
              <a:gd name="connsiteY28" fmla="*/ 60884 h 163195"/>
              <a:gd name="connsiteX29" fmla="*/ 109843 w 358402"/>
              <a:gd name="connsiteY29" fmla="*/ 94151 h 163195"/>
              <a:gd name="connsiteX30" fmla="*/ 106077 w 358402"/>
              <a:gd name="connsiteY30" fmla="*/ 95407 h 1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58402" h="163195">
                <a:moveTo>
                  <a:pt x="106077" y="95407"/>
                </a:moveTo>
                <a:cubicBezTo>
                  <a:pt x="72183" y="110471"/>
                  <a:pt x="36405" y="120514"/>
                  <a:pt x="0" y="125535"/>
                </a:cubicBezTo>
                <a:lnTo>
                  <a:pt x="1883" y="144365"/>
                </a:lnTo>
                <a:lnTo>
                  <a:pt x="3766" y="163196"/>
                </a:lnTo>
                <a:cubicBezTo>
                  <a:pt x="6277" y="163196"/>
                  <a:pt x="53352" y="158174"/>
                  <a:pt x="119258" y="131184"/>
                </a:cubicBezTo>
                <a:cubicBezTo>
                  <a:pt x="153780" y="128046"/>
                  <a:pt x="177632" y="136833"/>
                  <a:pt x="193324" y="147504"/>
                </a:cubicBezTo>
                <a:lnTo>
                  <a:pt x="196462" y="144365"/>
                </a:lnTo>
                <a:cubicBezTo>
                  <a:pt x="202739" y="137461"/>
                  <a:pt x="210899" y="132439"/>
                  <a:pt x="220314" y="129929"/>
                </a:cubicBezTo>
                <a:cubicBezTo>
                  <a:pt x="220314" y="126790"/>
                  <a:pt x="220942" y="123652"/>
                  <a:pt x="221569" y="121141"/>
                </a:cubicBezTo>
                <a:cubicBezTo>
                  <a:pt x="210271" y="112354"/>
                  <a:pt x="197090" y="105449"/>
                  <a:pt x="183281" y="101056"/>
                </a:cubicBezTo>
                <a:cubicBezTo>
                  <a:pt x="186419" y="99173"/>
                  <a:pt x="190186" y="97290"/>
                  <a:pt x="193324" y="95407"/>
                </a:cubicBezTo>
                <a:cubicBezTo>
                  <a:pt x="218431" y="80342"/>
                  <a:pt x="242283" y="64023"/>
                  <a:pt x="264879" y="45193"/>
                </a:cubicBezTo>
                <a:cubicBezTo>
                  <a:pt x="267390" y="45193"/>
                  <a:pt x="270528" y="45193"/>
                  <a:pt x="274294" y="45193"/>
                </a:cubicBezTo>
                <a:cubicBezTo>
                  <a:pt x="301912" y="45193"/>
                  <a:pt x="330157" y="42054"/>
                  <a:pt x="357147" y="35777"/>
                </a:cubicBezTo>
                <a:cubicBezTo>
                  <a:pt x="357147" y="35777"/>
                  <a:pt x="357147" y="35777"/>
                  <a:pt x="357147" y="35777"/>
                </a:cubicBezTo>
                <a:lnTo>
                  <a:pt x="352126" y="27618"/>
                </a:lnTo>
                <a:lnTo>
                  <a:pt x="358402" y="13809"/>
                </a:lnTo>
                <a:lnTo>
                  <a:pt x="357147" y="1255"/>
                </a:lnTo>
                <a:cubicBezTo>
                  <a:pt x="356519" y="1255"/>
                  <a:pt x="355892" y="1255"/>
                  <a:pt x="354636" y="1255"/>
                </a:cubicBezTo>
                <a:lnTo>
                  <a:pt x="354636" y="1255"/>
                </a:lnTo>
                <a:cubicBezTo>
                  <a:pt x="350870" y="1255"/>
                  <a:pt x="347104" y="628"/>
                  <a:pt x="343338" y="0"/>
                </a:cubicBezTo>
                <a:cubicBezTo>
                  <a:pt x="338945" y="628"/>
                  <a:pt x="335178" y="1883"/>
                  <a:pt x="331412" y="2511"/>
                </a:cubicBezTo>
                <a:cubicBezTo>
                  <a:pt x="326391" y="8787"/>
                  <a:pt x="319487" y="13809"/>
                  <a:pt x="311954" y="16947"/>
                </a:cubicBezTo>
                <a:lnTo>
                  <a:pt x="303167" y="20713"/>
                </a:lnTo>
                <a:lnTo>
                  <a:pt x="286220" y="10670"/>
                </a:lnTo>
                <a:lnTo>
                  <a:pt x="266762" y="10670"/>
                </a:lnTo>
                <a:lnTo>
                  <a:pt x="259230" y="1255"/>
                </a:lnTo>
                <a:cubicBezTo>
                  <a:pt x="259230" y="628"/>
                  <a:pt x="258602" y="0"/>
                  <a:pt x="258602" y="0"/>
                </a:cubicBezTo>
                <a:cubicBezTo>
                  <a:pt x="232867" y="22596"/>
                  <a:pt x="204622" y="43310"/>
                  <a:pt x="175121" y="60884"/>
                </a:cubicBezTo>
                <a:cubicBezTo>
                  <a:pt x="154408" y="73438"/>
                  <a:pt x="132439" y="84736"/>
                  <a:pt x="109843" y="94151"/>
                </a:cubicBezTo>
                <a:lnTo>
                  <a:pt x="106077" y="95407"/>
                </a:lnTo>
                <a:close/>
              </a:path>
            </a:pathLst>
          </a:custGeom>
          <a:solidFill>
            <a:srgbClr val="FBEBF9"/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D71C096C-4EEC-978D-B87F-540902632332}"/>
              </a:ext>
            </a:extLst>
          </p:cNvPr>
          <p:cNvSpPr/>
          <p:nvPr/>
        </p:nvSpPr>
        <p:spPr>
          <a:xfrm>
            <a:off x="3942604" y="3353538"/>
            <a:ext cx="191700" cy="200781"/>
          </a:xfrm>
          <a:custGeom>
            <a:avLst/>
            <a:gdLst>
              <a:gd name="connsiteX0" fmla="*/ 104822 w 119258"/>
              <a:gd name="connsiteY0" fmla="*/ 63395 h 124907"/>
              <a:gd name="connsiteX1" fmla="*/ 119258 w 119258"/>
              <a:gd name="connsiteY1" fmla="*/ 42682 h 124907"/>
              <a:gd name="connsiteX2" fmla="*/ 110471 w 119258"/>
              <a:gd name="connsiteY2" fmla="*/ 33894 h 124907"/>
              <a:gd name="connsiteX3" fmla="*/ 107332 w 119258"/>
              <a:gd name="connsiteY3" fmla="*/ 21969 h 124907"/>
              <a:gd name="connsiteX4" fmla="*/ 73438 w 119258"/>
              <a:gd name="connsiteY4" fmla="*/ 32011 h 124907"/>
              <a:gd name="connsiteX5" fmla="*/ 57118 w 119258"/>
              <a:gd name="connsiteY5" fmla="*/ 0 h 124907"/>
              <a:gd name="connsiteX6" fmla="*/ 46448 w 119258"/>
              <a:gd name="connsiteY6" fmla="*/ 5649 h 124907"/>
              <a:gd name="connsiteX7" fmla="*/ 35150 w 119258"/>
              <a:gd name="connsiteY7" fmla="*/ 5649 h 124907"/>
              <a:gd name="connsiteX8" fmla="*/ 35777 w 119258"/>
              <a:gd name="connsiteY8" fmla="*/ 42054 h 124907"/>
              <a:gd name="connsiteX9" fmla="*/ 628 w 119258"/>
              <a:gd name="connsiteY9" fmla="*/ 48959 h 124907"/>
              <a:gd name="connsiteX10" fmla="*/ 3766 w 119258"/>
              <a:gd name="connsiteY10" fmla="*/ 60885 h 124907"/>
              <a:gd name="connsiteX11" fmla="*/ 0 w 119258"/>
              <a:gd name="connsiteY11" fmla="*/ 72183 h 124907"/>
              <a:gd name="connsiteX12" fmla="*/ 32639 w 119258"/>
              <a:gd name="connsiteY12" fmla="*/ 82225 h 124907"/>
              <a:gd name="connsiteX13" fmla="*/ 29501 w 119258"/>
              <a:gd name="connsiteY13" fmla="*/ 117375 h 124907"/>
              <a:gd name="connsiteX14" fmla="*/ 41427 w 119258"/>
              <a:gd name="connsiteY14" fmla="*/ 118003 h 124907"/>
              <a:gd name="connsiteX15" fmla="*/ 51469 w 119258"/>
              <a:gd name="connsiteY15" fmla="*/ 124907 h 124907"/>
              <a:gd name="connsiteX16" fmla="*/ 69044 w 119258"/>
              <a:gd name="connsiteY16" fmla="*/ 106705 h 124907"/>
              <a:gd name="connsiteX17" fmla="*/ 70300 w 119258"/>
              <a:gd name="connsiteY17" fmla="*/ 101056 h 124907"/>
              <a:gd name="connsiteX18" fmla="*/ 74066 w 119258"/>
              <a:gd name="connsiteY18" fmla="*/ 105449 h 124907"/>
              <a:gd name="connsiteX19" fmla="*/ 97917 w 119258"/>
              <a:gd name="connsiteY19" fmla="*/ 112982 h 124907"/>
              <a:gd name="connsiteX20" fmla="*/ 103566 w 119258"/>
              <a:gd name="connsiteY20" fmla="*/ 102311 h 124907"/>
              <a:gd name="connsiteX21" fmla="*/ 113609 w 119258"/>
              <a:gd name="connsiteY21" fmla="*/ 96034 h 124907"/>
              <a:gd name="connsiteX22" fmla="*/ 94779 w 119258"/>
              <a:gd name="connsiteY22" fmla="*/ 66534 h 124907"/>
              <a:gd name="connsiteX23" fmla="*/ 104822 w 119258"/>
              <a:gd name="connsiteY23" fmla="*/ 63395 h 124907"/>
              <a:gd name="connsiteX24" fmla="*/ 77832 w 119258"/>
              <a:gd name="connsiteY24" fmla="*/ 62140 h 124907"/>
              <a:gd name="connsiteX25" fmla="*/ 69672 w 119258"/>
              <a:gd name="connsiteY25" fmla="*/ 64023 h 124907"/>
              <a:gd name="connsiteX26" fmla="*/ 76576 w 119258"/>
              <a:gd name="connsiteY26" fmla="*/ 68417 h 124907"/>
              <a:gd name="connsiteX27" fmla="*/ 77832 w 119258"/>
              <a:gd name="connsiteY27" fmla="*/ 72810 h 124907"/>
              <a:gd name="connsiteX28" fmla="*/ 73438 w 119258"/>
              <a:gd name="connsiteY28" fmla="*/ 74066 h 124907"/>
              <a:gd name="connsiteX29" fmla="*/ 66534 w 119258"/>
              <a:gd name="connsiteY29" fmla="*/ 69672 h 124907"/>
              <a:gd name="connsiteX30" fmla="*/ 68417 w 119258"/>
              <a:gd name="connsiteY30" fmla="*/ 77832 h 124907"/>
              <a:gd name="connsiteX31" fmla="*/ 66534 w 119258"/>
              <a:gd name="connsiteY31" fmla="*/ 82225 h 124907"/>
              <a:gd name="connsiteX32" fmla="*/ 62140 w 119258"/>
              <a:gd name="connsiteY32" fmla="*/ 80342 h 124907"/>
              <a:gd name="connsiteX33" fmla="*/ 62140 w 119258"/>
              <a:gd name="connsiteY33" fmla="*/ 79715 h 124907"/>
              <a:gd name="connsiteX34" fmla="*/ 60257 w 119258"/>
              <a:gd name="connsiteY34" fmla="*/ 71555 h 124907"/>
              <a:gd name="connsiteX35" fmla="*/ 55863 w 119258"/>
              <a:gd name="connsiteY35" fmla="*/ 78459 h 124907"/>
              <a:gd name="connsiteX36" fmla="*/ 51469 w 119258"/>
              <a:gd name="connsiteY36" fmla="*/ 79715 h 124907"/>
              <a:gd name="connsiteX37" fmla="*/ 50214 w 119258"/>
              <a:gd name="connsiteY37" fmla="*/ 75321 h 124907"/>
              <a:gd name="connsiteX38" fmla="*/ 50214 w 119258"/>
              <a:gd name="connsiteY38" fmla="*/ 75321 h 124907"/>
              <a:gd name="connsiteX39" fmla="*/ 54608 w 119258"/>
              <a:gd name="connsiteY39" fmla="*/ 68417 h 124907"/>
              <a:gd name="connsiteX40" fmla="*/ 46448 w 119258"/>
              <a:gd name="connsiteY40" fmla="*/ 70300 h 124907"/>
              <a:gd name="connsiteX41" fmla="*/ 42054 w 119258"/>
              <a:gd name="connsiteY41" fmla="*/ 68417 h 124907"/>
              <a:gd name="connsiteX42" fmla="*/ 43937 w 119258"/>
              <a:gd name="connsiteY42" fmla="*/ 64023 h 124907"/>
              <a:gd name="connsiteX43" fmla="*/ 44565 w 119258"/>
              <a:gd name="connsiteY43" fmla="*/ 64023 h 124907"/>
              <a:gd name="connsiteX44" fmla="*/ 52725 w 119258"/>
              <a:gd name="connsiteY44" fmla="*/ 62140 h 124907"/>
              <a:gd name="connsiteX45" fmla="*/ 45820 w 119258"/>
              <a:gd name="connsiteY45" fmla="*/ 57746 h 124907"/>
              <a:gd name="connsiteX46" fmla="*/ 44565 w 119258"/>
              <a:gd name="connsiteY46" fmla="*/ 53352 h 124907"/>
              <a:gd name="connsiteX47" fmla="*/ 48959 w 119258"/>
              <a:gd name="connsiteY47" fmla="*/ 52097 h 124907"/>
              <a:gd name="connsiteX48" fmla="*/ 48959 w 119258"/>
              <a:gd name="connsiteY48" fmla="*/ 52097 h 124907"/>
              <a:gd name="connsiteX49" fmla="*/ 55863 w 119258"/>
              <a:gd name="connsiteY49" fmla="*/ 56491 h 124907"/>
              <a:gd name="connsiteX50" fmla="*/ 53980 w 119258"/>
              <a:gd name="connsiteY50" fmla="*/ 48331 h 124907"/>
              <a:gd name="connsiteX51" fmla="*/ 55863 w 119258"/>
              <a:gd name="connsiteY51" fmla="*/ 43937 h 124907"/>
              <a:gd name="connsiteX52" fmla="*/ 60257 w 119258"/>
              <a:gd name="connsiteY52" fmla="*/ 45820 h 124907"/>
              <a:gd name="connsiteX53" fmla="*/ 60257 w 119258"/>
              <a:gd name="connsiteY53" fmla="*/ 46448 h 124907"/>
              <a:gd name="connsiteX54" fmla="*/ 62140 w 119258"/>
              <a:gd name="connsiteY54" fmla="*/ 54608 h 124907"/>
              <a:gd name="connsiteX55" fmla="*/ 66534 w 119258"/>
              <a:gd name="connsiteY55" fmla="*/ 47703 h 124907"/>
              <a:gd name="connsiteX56" fmla="*/ 70927 w 119258"/>
              <a:gd name="connsiteY56" fmla="*/ 46448 h 124907"/>
              <a:gd name="connsiteX57" fmla="*/ 72183 w 119258"/>
              <a:gd name="connsiteY57" fmla="*/ 50842 h 124907"/>
              <a:gd name="connsiteX58" fmla="*/ 72183 w 119258"/>
              <a:gd name="connsiteY58" fmla="*/ 50842 h 124907"/>
              <a:gd name="connsiteX59" fmla="*/ 67789 w 119258"/>
              <a:gd name="connsiteY59" fmla="*/ 57746 h 124907"/>
              <a:gd name="connsiteX60" fmla="*/ 75949 w 119258"/>
              <a:gd name="connsiteY60" fmla="*/ 55863 h 124907"/>
              <a:gd name="connsiteX61" fmla="*/ 79715 w 119258"/>
              <a:gd name="connsiteY61" fmla="*/ 58374 h 124907"/>
              <a:gd name="connsiteX62" fmla="*/ 77832 w 119258"/>
              <a:gd name="connsiteY62" fmla="*/ 62140 h 124907"/>
              <a:gd name="connsiteX63" fmla="*/ 77832 w 119258"/>
              <a:gd name="connsiteY63" fmla="*/ 62140 h 12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19258" h="124907">
                <a:moveTo>
                  <a:pt x="104822" y="63395"/>
                </a:moveTo>
                <a:cubicBezTo>
                  <a:pt x="112354" y="59001"/>
                  <a:pt x="118003" y="51469"/>
                  <a:pt x="119258" y="42682"/>
                </a:cubicBezTo>
                <a:lnTo>
                  <a:pt x="110471" y="33894"/>
                </a:lnTo>
                <a:lnTo>
                  <a:pt x="107332" y="21969"/>
                </a:lnTo>
                <a:cubicBezTo>
                  <a:pt x="94779" y="17575"/>
                  <a:pt x="80970" y="21341"/>
                  <a:pt x="73438" y="32011"/>
                </a:cubicBezTo>
                <a:cubicBezTo>
                  <a:pt x="75949" y="18830"/>
                  <a:pt x="69044" y="5649"/>
                  <a:pt x="57118" y="0"/>
                </a:cubicBezTo>
                <a:lnTo>
                  <a:pt x="46448" y="5649"/>
                </a:lnTo>
                <a:lnTo>
                  <a:pt x="35150" y="5649"/>
                </a:lnTo>
                <a:cubicBezTo>
                  <a:pt x="26990" y="16320"/>
                  <a:pt x="27618" y="31384"/>
                  <a:pt x="35777" y="42054"/>
                </a:cubicBezTo>
                <a:cubicBezTo>
                  <a:pt x="23852" y="36405"/>
                  <a:pt x="9415" y="39544"/>
                  <a:pt x="628" y="48959"/>
                </a:cubicBezTo>
                <a:lnTo>
                  <a:pt x="3766" y="60885"/>
                </a:lnTo>
                <a:lnTo>
                  <a:pt x="0" y="72183"/>
                </a:lnTo>
                <a:cubicBezTo>
                  <a:pt x="7532" y="82225"/>
                  <a:pt x="20713" y="85992"/>
                  <a:pt x="32639" y="82225"/>
                </a:cubicBezTo>
                <a:cubicBezTo>
                  <a:pt x="23852" y="92268"/>
                  <a:pt x="22596" y="106077"/>
                  <a:pt x="29501" y="117375"/>
                </a:cubicBezTo>
                <a:lnTo>
                  <a:pt x="41427" y="118003"/>
                </a:lnTo>
                <a:lnTo>
                  <a:pt x="51469" y="124907"/>
                </a:lnTo>
                <a:cubicBezTo>
                  <a:pt x="59629" y="121769"/>
                  <a:pt x="65906" y="114865"/>
                  <a:pt x="69044" y="106705"/>
                </a:cubicBezTo>
                <a:cubicBezTo>
                  <a:pt x="69672" y="104822"/>
                  <a:pt x="70300" y="102939"/>
                  <a:pt x="70300" y="101056"/>
                </a:cubicBezTo>
                <a:cubicBezTo>
                  <a:pt x="71555" y="102311"/>
                  <a:pt x="72810" y="104194"/>
                  <a:pt x="74066" y="105449"/>
                </a:cubicBezTo>
                <a:cubicBezTo>
                  <a:pt x="80342" y="111726"/>
                  <a:pt x="89130" y="114237"/>
                  <a:pt x="97917" y="112982"/>
                </a:cubicBezTo>
                <a:lnTo>
                  <a:pt x="103566" y="102311"/>
                </a:lnTo>
                <a:lnTo>
                  <a:pt x="113609" y="96034"/>
                </a:lnTo>
                <a:cubicBezTo>
                  <a:pt x="114237" y="82853"/>
                  <a:pt x="106705" y="70927"/>
                  <a:pt x="94779" y="66534"/>
                </a:cubicBezTo>
                <a:cubicBezTo>
                  <a:pt x="98545" y="66534"/>
                  <a:pt x="102311" y="65278"/>
                  <a:pt x="104822" y="63395"/>
                </a:cubicBezTo>
                <a:close/>
                <a:moveTo>
                  <a:pt x="77832" y="62140"/>
                </a:moveTo>
                <a:lnTo>
                  <a:pt x="69672" y="64023"/>
                </a:lnTo>
                <a:lnTo>
                  <a:pt x="76576" y="68417"/>
                </a:lnTo>
                <a:cubicBezTo>
                  <a:pt x="77832" y="69044"/>
                  <a:pt x="78459" y="71555"/>
                  <a:pt x="77832" y="72810"/>
                </a:cubicBezTo>
                <a:cubicBezTo>
                  <a:pt x="77204" y="74066"/>
                  <a:pt x="74693" y="74693"/>
                  <a:pt x="73438" y="74066"/>
                </a:cubicBezTo>
                <a:lnTo>
                  <a:pt x="66534" y="69672"/>
                </a:lnTo>
                <a:lnTo>
                  <a:pt x="68417" y="77832"/>
                </a:lnTo>
                <a:cubicBezTo>
                  <a:pt x="69044" y="79715"/>
                  <a:pt x="67789" y="81598"/>
                  <a:pt x="66534" y="82225"/>
                </a:cubicBezTo>
                <a:cubicBezTo>
                  <a:pt x="64651" y="82853"/>
                  <a:pt x="62768" y="81598"/>
                  <a:pt x="62140" y="80342"/>
                </a:cubicBezTo>
                <a:cubicBezTo>
                  <a:pt x="62140" y="80342"/>
                  <a:pt x="62140" y="79715"/>
                  <a:pt x="62140" y="79715"/>
                </a:cubicBezTo>
                <a:lnTo>
                  <a:pt x="60257" y="71555"/>
                </a:lnTo>
                <a:lnTo>
                  <a:pt x="55863" y="78459"/>
                </a:lnTo>
                <a:cubicBezTo>
                  <a:pt x="55235" y="79715"/>
                  <a:pt x="52725" y="80342"/>
                  <a:pt x="51469" y="79715"/>
                </a:cubicBezTo>
                <a:cubicBezTo>
                  <a:pt x="50214" y="79087"/>
                  <a:pt x="49586" y="76576"/>
                  <a:pt x="50214" y="75321"/>
                </a:cubicBezTo>
                <a:cubicBezTo>
                  <a:pt x="50214" y="75321"/>
                  <a:pt x="50214" y="75321"/>
                  <a:pt x="50214" y="75321"/>
                </a:cubicBezTo>
                <a:lnTo>
                  <a:pt x="54608" y="68417"/>
                </a:lnTo>
                <a:lnTo>
                  <a:pt x="46448" y="70300"/>
                </a:lnTo>
                <a:cubicBezTo>
                  <a:pt x="44565" y="70927"/>
                  <a:pt x="42682" y="69672"/>
                  <a:pt x="42054" y="68417"/>
                </a:cubicBezTo>
                <a:cubicBezTo>
                  <a:pt x="41427" y="66534"/>
                  <a:pt x="42682" y="64651"/>
                  <a:pt x="43937" y="64023"/>
                </a:cubicBezTo>
                <a:cubicBezTo>
                  <a:pt x="43937" y="64023"/>
                  <a:pt x="44565" y="64023"/>
                  <a:pt x="44565" y="64023"/>
                </a:cubicBezTo>
                <a:lnTo>
                  <a:pt x="52725" y="62140"/>
                </a:lnTo>
                <a:lnTo>
                  <a:pt x="45820" y="57746"/>
                </a:lnTo>
                <a:cubicBezTo>
                  <a:pt x="44565" y="57118"/>
                  <a:pt x="43937" y="54608"/>
                  <a:pt x="44565" y="53352"/>
                </a:cubicBezTo>
                <a:cubicBezTo>
                  <a:pt x="45193" y="52097"/>
                  <a:pt x="47703" y="51469"/>
                  <a:pt x="48959" y="52097"/>
                </a:cubicBezTo>
                <a:cubicBezTo>
                  <a:pt x="48959" y="52097"/>
                  <a:pt x="48959" y="52097"/>
                  <a:pt x="48959" y="52097"/>
                </a:cubicBezTo>
                <a:lnTo>
                  <a:pt x="55863" y="56491"/>
                </a:lnTo>
                <a:lnTo>
                  <a:pt x="53980" y="48331"/>
                </a:lnTo>
                <a:cubicBezTo>
                  <a:pt x="53352" y="46448"/>
                  <a:pt x="54608" y="44565"/>
                  <a:pt x="55863" y="43937"/>
                </a:cubicBezTo>
                <a:cubicBezTo>
                  <a:pt x="57746" y="43310"/>
                  <a:pt x="59629" y="44565"/>
                  <a:pt x="60257" y="45820"/>
                </a:cubicBezTo>
                <a:cubicBezTo>
                  <a:pt x="60257" y="45820"/>
                  <a:pt x="60257" y="46448"/>
                  <a:pt x="60257" y="46448"/>
                </a:cubicBezTo>
                <a:lnTo>
                  <a:pt x="62140" y="54608"/>
                </a:lnTo>
                <a:lnTo>
                  <a:pt x="66534" y="47703"/>
                </a:lnTo>
                <a:cubicBezTo>
                  <a:pt x="67161" y="46448"/>
                  <a:pt x="69672" y="45820"/>
                  <a:pt x="70927" y="46448"/>
                </a:cubicBezTo>
                <a:cubicBezTo>
                  <a:pt x="72183" y="47076"/>
                  <a:pt x="72810" y="49586"/>
                  <a:pt x="72183" y="50842"/>
                </a:cubicBezTo>
                <a:lnTo>
                  <a:pt x="72183" y="50842"/>
                </a:lnTo>
                <a:lnTo>
                  <a:pt x="67789" y="57746"/>
                </a:lnTo>
                <a:lnTo>
                  <a:pt x="75949" y="55863"/>
                </a:lnTo>
                <a:cubicBezTo>
                  <a:pt x="77832" y="55863"/>
                  <a:pt x="79087" y="56491"/>
                  <a:pt x="79715" y="58374"/>
                </a:cubicBezTo>
                <a:cubicBezTo>
                  <a:pt x="79715" y="60257"/>
                  <a:pt x="79087" y="61512"/>
                  <a:pt x="77832" y="62140"/>
                </a:cubicBezTo>
                <a:lnTo>
                  <a:pt x="77832" y="62140"/>
                </a:lnTo>
                <a:close/>
              </a:path>
            </a:pathLst>
          </a:custGeom>
          <a:solidFill>
            <a:srgbClr val="FBEBF9"/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grpSp>
        <p:nvGrpSpPr>
          <p:cNvPr id="35" name="그래픽 10" descr="벚꽃 윤곽선">
            <a:extLst>
              <a:ext uri="{FF2B5EF4-FFF2-40B4-BE49-F238E27FC236}">
                <a16:creationId xmlns:a16="http://schemas.microsoft.com/office/drawing/2014/main" id="{E28E0404-8EDA-931B-AC70-D68D4E6E3CD9}"/>
              </a:ext>
            </a:extLst>
          </p:cNvPr>
          <p:cNvGrpSpPr/>
          <p:nvPr/>
        </p:nvGrpSpPr>
        <p:grpSpPr>
          <a:xfrm rot="16502610">
            <a:off x="3687318" y="1355146"/>
            <a:ext cx="913245" cy="926684"/>
            <a:chOff x="5391425" y="2864136"/>
            <a:chExt cx="568135" cy="576496"/>
          </a:xfrm>
          <a:solidFill>
            <a:srgbClr val="FBEBF9"/>
          </a:solidFill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7184D15F-A6B3-6DAD-3F7B-BB613301CFD0}"/>
                </a:ext>
              </a:extLst>
            </p:cNvPr>
            <p:cNvSpPr/>
            <p:nvPr/>
          </p:nvSpPr>
          <p:spPr>
            <a:xfrm>
              <a:off x="5691600" y="3099409"/>
              <a:ext cx="41064" cy="41033"/>
            </a:xfrm>
            <a:custGeom>
              <a:avLst/>
              <a:gdLst>
                <a:gd name="connsiteX0" fmla="*/ 6500 w 41064"/>
                <a:gd name="connsiteY0" fmla="*/ 9100 h 41033"/>
                <a:gd name="connsiteX1" fmla="*/ 1668 w 41064"/>
                <a:gd name="connsiteY1" fmla="*/ 10469 h 41033"/>
                <a:gd name="connsiteX2" fmla="*/ 3036 w 41064"/>
                <a:gd name="connsiteY2" fmla="*/ 15301 h 41033"/>
                <a:gd name="connsiteX3" fmla="*/ 3191 w 41064"/>
                <a:gd name="connsiteY3" fmla="*/ 15383 h 41033"/>
                <a:gd name="connsiteX4" fmla="*/ 11319 w 41064"/>
                <a:gd name="connsiteY4" fmla="*/ 19663 h 41033"/>
                <a:gd name="connsiteX5" fmla="*/ 2546 w 41064"/>
                <a:gd name="connsiteY5" fmla="*/ 22383 h 41033"/>
                <a:gd name="connsiteX6" fmla="*/ 147 w 41064"/>
                <a:gd name="connsiteY6" fmla="*/ 26797 h 41033"/>
                <a:gd name="connsiteX7" fmla="*/ 4561 w 41064"/>
                <a:gd name="connsiteY7" fmla="*/ 29196 h 41033"/>
                <a:gd name="connsiteX8" fmla="*/ 4651 w 41064"/>
                <a:gd name="connsiteY8" fmla="*/ 29168 h 41033"/>
                <a:gd name="connsiteX9" fmla="*/ 13422 w 41064"/>
                <a:gd name="connsiteY9" fmla="*/ 26449 h 41033"/>
                <a:gd name="connsiteX10" fmla="*/ 9217 w 41064"/>
                <a:gd name="connsiteY10" fmla="*/ 34438 h 41033"/>
                <a:gd name="connsiteX11" fmla="*/ 10541 w 41064"/>
                <a:gd name="connsiteY11" fmla="*/ 39325 h 41033"/>
                <a:gd name="connsiteX12" fmla="*/ 15380 w 41064"/>
                <a:gd name="connsiteY12" fmla="*/ 37977 h 41033"/>
                <a:gd name="connsiteX13" fmla="*/ 15429 w 41064"/>
                <a:gd name="connsiteY13" fmla="*/ 37887 h 41033"/>
                <a:gd name="connsiteX14" fmla="*/ 19708 w 41064"/>
                <a:gd name="connsiteY14" fmla="*/ 29758 h 41033"/>
                <a:gd name="connsiteX15" fmla="*/ 22429 w 41064"/>
                <a:gd name="connsiteY15" fmla="*/ 38531 h 41033"/>
                <a:gd name="connsiteX16" fmla="*/ 26869 w 41064"/>
                <a:gd name="connsiteY16" fmla="*/ 40875 h 41033"/>
                <a:gd name="connsiteX17" fmla="*/ 27296 w 41064"/>
                <a:gd name="connsiteY17" fmla="*/ 40711 h 41033"/>
                <a:gd name="connsiteX18" fmla="*/ 29175 w 41064"/>
                <a:gd name="connsiteY18" fmla="*/ 36301 h 41033"/>
                <a:gd name="connsiteX19" fmla="*/ 26493 w 41064"/>
                <a:gd name="connsiteY19" fmla="*/ 27653 h 41033"/>
                <a:gd name="connsiteX20" fmla="*/ 34621 w 41064"/>
                <a:gd name="connsiteY20" fmla="*/ 31933 h 41033"/>
                <a:gd name="connsiteX21" fmla="*/ 39435 w 41064"/>
                <a:gd name="connsiteY21" fmla="*/ 30502 h 41033"/>
                <a:gd name="connsiteX22" fmla="*/ 38004 w 41064"/>
                <a:gd name="connsiteY22" fmla="*/ 25688 h 41033"/>
                <a:gd name="connsiteX23" fmla="*/ 37930 w 41064"/>
                <a:gd name="connsiteY23" fmla="*/ 25649 h 41033"/>
                <a:gd name="connsiteX24" fmla="*/ 29805 w 41064"/>
                <a:gd name="connsiteY24" fmla="*/ 21369 h 41033"/>
                <a:gd name="connsiteX25" fmla="*/ 38453 w 41064"/>
                <a:gd name="connsiteY25" fmla="*/ 18686 h 41033"/>
                <a:gd name="connsiteX26" fmla="*/ 41009 w 41064"/>
                <a:gd name="connsiteY26" fmla="*/ 14563 h 41033"/>
                <a:gd name="connsiteX27" fmla="*/ 36845 w 41064"/>
                <a:gd name="connsiteY27" fmla="*/ 11770 h 41033"/>
                <a:gd name="connsiteX28" fmla="*/ 36473 w 41064"/>
                <a:gd name="connsiteY28" fmla="*/ 11864 h 41033"/>
                <a:gd name="connsiteX29" fmla="*/ 27700 w 41064"/>
                <a:gd name="connsiteY29" fmla="*/ 14584 h 41033"/>
                <a:gd name="connsiteX30" fmla="*/ 31979 w 41064"/>
                <a:gd name="connsiteY30" fmla="*/ 6456 h 41033"/>
                <a:gd name="connsiteX31" fmla="*/ 30491 w 41064"/>
                <a:gd name="connsiteY31" fmla="*/ 1659 h 41033"/>
                <a:gd name="connsiteX32" fmla="*/ 25694 w 41064"/>
                <a:gd name="connsiteY32" fmla="*/ 3147 h 41033"/>
                <a:gd name="connsiteX33" fmla="*/ 21415 w 41064"/>
                <a:gd name="connsiteY33" fmla="*/ 11275 h 41033"/>
                <a:gd name="connsiteX34" fmla="*/ 18695 w 41064"/>
                <a:gd name="connsiteY34" fmla="*/ 2502 h 41033"/>
                <a:gd name="connsiteX35" fmla="*/ 14254 w 41064"/>
                <a:gd name="connsiteY35" fmla="*/ 160 h 41033"/>
                <a:gd name="connsiteX36" fmla="*/ 13826 w 41064"/>
                <a:gd name="connsiteY36" fmla="*/ 323 h 41033"/>
                <a:gd name="connsiteX37" fmla="*/ 11950 w 41064"/>
                <a:gd name="connsiteY37" fmla="*/ 4733 h 41033"/>
                <a:gd name="connsiteX38" fmla="*/ 14631 w 41064"/>
                <a:gd name="connsiteY38" fmla="*/ 13379 h 4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1064" h="41033">
                  <a:moveTo>
                    <a:pt x="6500" y="9100"/>
                  </a:moveTo>
                  <a:cubicBezTo>
                    <a:pt x="4788" y="8144"/>
                    <a:pt x="2624" y="8756"/>
                    <a:pt x="1668" y="10469"/>
                  </a:cubicBezTo>
                  <a:cubicBezTo>
                    <a:pt x="711" y="12181"/>
                    <a:pt x="1324" y="14345"/>
                    <a:pt x="3036" y="15301"/>
                  </a:cubicBezTo>
                  <a:cubicBezTo>
                    <a:pt x="3087" y="15329"/>
                    <a:pt x="3139" y="15357"/>
                    <a:pt x="3191" y="15383"/>
                  </a:cubicBezTo>
                  <a:lnTo>
                    <a:pt x="11319" y="19663"/>
                  </a:lnTo>
                  <a:lnTo>
                    <a:pt x="2546" y="22383"/>
                  </a:lnTo>
                  <a:cubicBezTo>
                    <a:pt x="664" y="22939"/>
                    <a:pt x="-410" y="24916"/>
                    <a:pt x="147" y="26797"/>
                  </a:cubicBezTo>
                  <a:cubicBezTo>
                    <a:pt x="704" y="28679"/>
                    <a:pt x="2680" y="29753"/>
                    <a:pt x="4561" y="29196"/>
                  </a:cubicBezTo>
                  <a:cubicBezTo>
                    <a:pt x="4592" y="29187"/>
                    <a:pt x="4621" y="29178"/>
                    <a:pt x="4651" y="29168"/>
                  </a:cubicBezTo>
                  <a:lnTo>
                    <a:pt x="13422" y="26449"/>
                  </a:lnTo>
                  <a:lnTo>
                    <a:pt x="9217" y="34438"/>
                  </a:lnTo>
                  <a:cubicBezTo>
                    <a:pt x="8275" y="36158"/>
                    <a:pt x="8860" y="38315"/>
                    <a:pt x="10541" y="39325"/>
                  </a:cubicBezTo>
                  <a:cubicBezTo>
                    <a:pt x="12250" y="40289"/>
                    <a:pt x="14417" y="39685"/>
                    <a:pt x="15380" y="37977"/>
                  </a:cubicBezTo>
                  <a:cubicBezTo>
                    <a:pt x="15397" y="37947"/>
                    <a:pt x="15413" y="37917"/>
                    <a:pt x="15429" y="37887"/>
                  </a:cubicBezTo>
                  <a:lnTo>
                    <a:pt x="19708" y="29758"/>
                  </a:lnTo>
                  <a:lnTo>
                    <a:pt x="22429" y="38531"/>
                  </a:lnTo>
                  <a:cubicBezTo>
                    <a:pt x="23008" y="40404"/>
                    <a:pt x="24996" y="41453"/>
                    <a:pt x="26869" y="40875"/>
                  </a:cubicBezTo>
                  <a:cubicBezTo>
                    <a:pt x="27015" y="40829"/>
                    <a:pt x="27158" y="40775"/>
                    <a:pt x="27296" y="40711"/>
                  </a:cubicBezTo>
                  <a:cubicBezTo>
                    <a:pt x="28939" y="39919"/>
                    <a:pt x="29742" y="38034"/>
                    <a:pt x="29175" y="36301"/>
                  </a:cubicBezTo>
                  <a:lnTo>
                    <a:pt x="26493" y="27653"/>
                  </a:lnTo>
                  <a:lnTo>
                    <a:pt x="34621" y="31933"/>
                  </a:lnTo>
                  <a:cubicBezTo>
                    <a:pt x="36346" y="32867"/>
                    <a:pt x="38501" y="32227"/>
                    <a:pt x="39435" y="30502"/>
                  </a:cubicBezTo>
                  <a:cubicBezTo>
                    <a:pt x="40369" y="28777"/>
                    <a:pt x="39728" y="26622"/>
                    <a:pt x="38004" y="25688"/>
                  </a:cubicBezTo>
                  <a:cubicBezTo>
                    <a:pt x="37979" y="25675"/>
                    <a:pt x="37955" y="25662"/>
                    <a:pt x="37930" y="25649"/>
                  </a:cubicBezTo>
                  <a:lnTo>
                    <a:pt x="29805" y="21369"/>
                  </a:lnTo>
                  <a:lnTo>
                    <a:pt x="38453" y="18686"/>
                  </a:lnTo>
                  <a:cubicBezTo>
                    <a:pt x="40230" y="18162"/>
                    <a:pt x="41330" y="16388"/>
                    <a:pt x="41009" y="14563"/>
                  </a:cubicBezTo>
                  <a:cubicBezTo>
                    <a:pt x="40631" y="12642"/>
                    <a:pt x="38767" y="11391"/>
                    <a:pt x="36845" y="11770"/>
                  </a:cubicBezTo>
                  <a:cubicBezTo>
                    <a:pt x="36719" y="11794"/>
                    <a:pt x="36595" y="11826"/>
                    <a:pt x="36473" y="11864"/>
                  </a:cubicBezTo>
                  <a:lnTo>
                    <a:pt x="27700" y="14584"/>
                  </a:lnTo>
                  <a:lnTo>
                    <a:pt x="31979" y="6456"/>
                  </a:lnTo>
                  <a:cubicBezTo>
                    <a:pt x="32893" y="4720"/>
                    <a:pt x="32227" y="2573"/>
                    <a:pt x="30491" y="1659"/>
                  </a:cubicBezTo>
                  <a:cubicBezTo>
                    <a:pt x="28755" y="745"/>
                    <a:pt x="26608" y="1412"/>
                    <a:pt x="25694" y="3147"/>
                  </a:cubicBezTo>
                  <a:lnTo>
                    <a:pt x="21415" y="11275"/>
                  </a:lnTo>
                  <a:lnTo>
                    <a:pt x="18695" y="2502"/>
                  </a:lnTo>
                  <a:cubicBezTo>
                    <a:pt x="18115" y="629"/>
                    <a:pt x="16127" y="-420"/>
                    <a:pt x="14254" y="160"/>
                  </a:cubicBezTo>
                  <a:cubicBezTo>
                    <a:pt x="14108" y="205"/>
                    <a:pt x="13965" y="260"/>
                    <a:pt x="13826" y="323"/>
                  </a:cubicBezTo>
                  <a:cubicBezTo>
                    <a:pt x="12184" y="1116"/>
                    <a:pt x="11383" y="3001"/>
                    <a:pt x="11950" y="4733"/>
                  </a:cubicBezTo>
                  <a:lnTo>
                    <a:pt x="14631" y="13379"/>
                  </a:ln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476B7C69-2718-8C37-35A1-091E3509FB03}"/>
                </a:ext>
              </a:extLst>
            </p:cNvPr>
            <p:cNvSpPr/>
            <p:nvPr/>
          </p:nvSpPr>
          <p:spPr>
            <a:xfrm>
              <a:off x="5631530" y="3037524"/>
              <a:ext cx="156604" cy="165039"/>
            </a:xfrm>
            <a:custGeom>
              <a:avLst/>
              <a:gdLst>
                <a:gd name="connsiteX0" fmla="*/ 156605 w 156604"/>
                <a:gd name="connsiteY0" fmla="*/ 51712 h 165039"/>
                <a:gd name="connsiteX1" fmla="*/ 151664 w 156604"/>
                <a:gd name="connsiteY1" fmla="*/ 47347 h 165039"/>
                <a:gd name="connsiteX2" fmla="*/ 144352 w 156604"/>
                <a:gd name="connsiteY2" fmla="*/ 40889 h 165039"/>
                <a:gd name="connsiteX3" fmla="*/ 141428 w 156604"/>
                <a:gd name="connsiteY3" fmla="*/ 31583 h 165039"/>
                <a:gd name="connsiteX4" fmla="*/ 139452 w 156604"/>
                <a:gd name="connsiteY4" fmla="*/ 25293 h 165039"/>
                <a:gd name="connsiteX5" fmla="*/ 133152 w 156604"/>
                <a:gd name="connsiteY5" fmla="*/ 23351 h 165039"/>
                <a:gd name="connsiteX6" fmla="*/ 119748 w 156604"/>
                <a:gd name="connsiteY6" fmla="*/ 21327 h 165039"/>
                <a:gd name="connsiteX7" fmla="*/ 101423 w 156604"/>
                <a:gd name="connsiteY7" fmla="*/ 25231 h 165039"/>
                <a:gd name="connsiteX8" fmla="*/ 77788 w 156604"/>
                <a:gd name="connsiteY8" fmla="*/ 2538 h 165039"/>
                <a:gd name="connsiteX9" fmla="*/ 71702 w 156604"/>
                <a:gd name="connsiteY9" fmla="*/ 0 h 165039"/>
                <a:gd name="connsiteX10" fmla="*/ 57956 w 156604"/>
                <a:gd name="connsiteY10" fmla="*/ 8850 h 165039"/>
                <a:gd name="connsiteX11" fmla="*/ 41615 w 156604"/>
                <a:gd name="connsiteY11" fmla="*/ 9332 h 165039"/>
                <a:gd name="connsiteX12" fmla="*/ 38035 w 156604"/>
                <a:gd name="connsiteY12" fmla="*/ 14866 h 165039"/>
                <a:gd name="connsiteX13" fmla="*/ 31393 w 156604"/>
                <a:gd name="connsiteY13" fmla="*/ 46961 h 165039"/>
                <a:gd name="connsiteX14" fmla="*/ 4094 w 156604"/>
                <a:gd name="connsiteY14" fmla="*/ 63379 h 165039"/>
                <a:gd name="connsiteX15" fmla="*/ 0 w 156604"/>
                <a:gd name="connsiteY15" fmla="*/ 68547 h 165039"/>
                <a:gd name="connsiteX16" fmla="*/ 1930 w 156604"/>
                <a:gd name="connsiteY16" fmla="*/ 74851 h 165039"/>
                <a:gd name="connsiteX17" fmla="*/ 4785 w 156604"/>
                <a:gd name="connsiteY17" fmla="*/ 84178 h 165039"/>
                <a:gd name="connsiteX18" fmla="*/ 2412 w 156604"/>
                <a:gd name="connsiteY18" fmla="*/ 93640 h 165039"/>
                <a:gd name="connsiteX19" fmla="*/ 808 w 156604"/>
                <a:gd name="connsiteY19" fmla="*/ 100035 h 165039"/>
                <a:gd name="connsiteX20" fmla="*/ 5163 w 156604"/>
                <a:gd name="connsiteY20" fmla="*/ 104986 h 165039"/>
                <a:gd name="connsiteX21" fmla="*/ 31912 w 156604"/>
                <a:gd name="connsiteY21" fmla="*/ 119780 h 165039"/>
                <a:gd name="connsiteX22" fmla="*/ 39484 w 156604"/>
                <a:gd name="connsiteY22" fmla="*/ 151067 h 165039"/>
                <a:gd name="connsiteX23" fmla="*/ 43210 w 156604"/>
                <a:gd name="connsiteY23" fmla="*/ 156506 h 165039"/>
                <a:gd name="connsiteX24" fmla="*/ 49800 w 156604"/>
                <a:gd name="connsiteY24" fmla="*/ 156526 h 165039"/>
                <a:gd name="connsiteX25" fmla="*/ 59556 w 156604"/>
                <a:gd name="connsiteY25" fmla="*/ 156555 h 165039"/>
                <a:gd name="connsiteX26" fmla="*/ 67894 w 156604"/>
                <a:gd name="connsiteY26" fmla="*/ 161618 h 165039"/>
                <a:gd name="connsiteX27" fmla="*/ 73529 w 156604"/>
                <a:gd name="connsiteY27" fmla="*/ 165040 h 165039"/>
                <a:gd name="connsiteX28" fmla="*/ 79545 w 156604"/>
                <a:gd name="connsiteY28" fmla="*/ 162341 h 165039"/>
                <a:gd name="connsiteX29" fmla="*/ 99918 w 156604"/>
                <a:gd name="connsiteY29" fmla="*/ 144233 h 165039"/>
                <a:gd name="connsiteX30" fmla="*/ 118782 w 156604"/>
                <a:gd name="connsiteY30" fmla="*/ 148376 h 165039"/>
                <a:gd name="connsiteX31" fmla="*/ 126947 w 156604"/>
                <a:gd name="connsiteY31" fmla="*/ 147637 h 165039"/>
                <a:gd name="connsiteX32" fmla="*/ 133432 w 156604"/>
                <a:gd name="connsiteY32" fmla="*/ 146457 h 165039"/>
                <a:gd name="connsiteX33" fmla="*/ 136141 w 156604"/>
                <a:gd name="connsiteY33" fmla="*/ 140447 h 165039"/>
                <a:gd name="connsiteX34" fmla="*/ 140150 w 156604"/>
                <a:gd name="connsiteY34" fmla="*/ 131554 h 165039"/>
                <a:gd name="connsiteX35" fmla="*/ 148177 w 156604"/>
                <a:gd name="connsiteY35" fmla="*/ 126009 h 165039"/>
                <a:gd name="connsiteX36" fmla="*/ 153601 w 156604"/>
                <a:gd name="connsiteY36" fmla="*/ 122262 h 165039"/>
                <a:gd name="connsiteX37" fmla="*/ 153595 w 156604"/>
                <a:gd name="connsiteY37" fmla="*/ 115672 h 165039"/>
                <a:gd name="connsiteX38" fmla="*/ 142134 w 156604"/>
                <a:gd name="connsiteY38" fmla="*/ 85594 h 165039"/>
                <a:gd name="connsiteX39" fmla="*/ 155813 w 156604"/>
                <a:gd name="connsiteY39" fmla="*/ 58257 h 165039"/>
                <a:gd name="connsiteX40" fmla="*/ 128766 w 156604"/>
                <a:gd name="connsiteY40" fmla="*/ 80223 h 165039"/>
                <a:gd name="connsiteX41" fmla="*/ 118555 w 156604"/>
                <a:gd name="connsiteY41" fmla="*/ 84592 h 165039"/>
                <a:gd name="connsiteX42" fmla="*/ 118550 w 156604"/>
                <a:gd name="connsiteY42" fmla="*/ 84707 h 165039"/>
                <a:gd name="connsiteX43" fmla="*/ 141045 w 156604"/>
                <a:gd name="connsiteY43" fmla="*/ 115682 h 165039"/>
                <a:gd name="connsiteX44" fmla="*/ 130145 w 156604"/>
                <a:gd name="connsiteY44" fmla="*/ 123214 h 165039"/>
                <a:gd name="connsiteX45" fmla="*/ 124701 w 156604"/>
                <a:gd name="connsiteY45" fmla="*/ 135291 h 165039"/>
                <a:gd name="connsiteX46" fmla="*/ 118786 w 156604"/>
                <a:gd name="connsiteY46" fmla="*/ 135826 h 165039"/>
                <a:gd name="connsiteX47" fmla="*/ 93679 w 156604"/>
                <a:gd name="connsiteY47" fmla="*/ 123949 h 165039"/>
                <a:gd name="connsiteX48" fmla="*/ 93573 w 156604"/>
                <a:gd name="connsiteY48" fmla="*/ 123983 h 165039"/>
                <a:gd name="connsiteX49" fmla="*/ 74414 w 156604"/>
                <a:gd name="connsiteY49" fmla="*/ 150889 h 165039"/>
                <a:gd name="connsiteX50" fmla="*/ 63091 w 156604"/>
                <a:gd name="connsiteY50" fmla="*/ 144013 h 165039"/>
                <a:gd name="connsiteX51" fmla="*/ 49843 w 156604"/>
                <a:gd name="connsiteY51" fmla="*/ 143974 h 165039"/>
                <a:gd name="connsiteX52" fmla="*/ 50859 w 156604"/>
                <a:gd name="connsiteY52" fmla="*/ 105705 h 165039"/>
                <a:gd name="connsiteX53" fmla="*/ 50790 w 156604"/>
                <a:gd name="connsiteY53" fmla="*/ 105613 h 165039"/>
                <a:gd name="connsiteX54" fmla="*/ 39899 w 156604"/>
                <a:gd name="connsiteY54" fmla="*/ 107789 h 165039"/>
                <a:gd name="connsiteX55" fmla="*/ 39052 w 156604"/>
                <a:gd name="connsiteY55" fmla="*/ 107799 h 165039"/>
                <a:gd name="connsiteX56" fmla="*/ 14592 w 156604"/>
                <a:gd name="connsiteY56" fmla="*/ 96695 h 165039"/>
                <a:gd name="connsiteX57" fmla="*/ 17818 w 156604"/>
                <a:gd name="connsiteY57" fmla="*/ 83844 h 165039"/>
                <a:gd name="connsiteX58" fmla="*/ 13936 w 156604"/>
                <a:gd name="connsiteY58" fmla="*/ 71180 h 165039"/>
                <a:gd name="connsiteX59" fmla="*/ 38640 w 156604"/>
                <a:gd name="connsiteY59" fmla="*/ 58802 h 165039"/>
                <a:gd name="connsiteX60" fmla="*/ 39482 w 156604"/>
                <a:gd name="connsiteY60" fmla="*/ 58792 h 165039"/>
                <a:gd name="connsiteX61" fmla="*/ 51402 w 156604"/>
                <a:gd name="connsiteY61" fmla="*/ 61059 h 165039"/>
                <a:gd name="connsiteX62" fmla="*/ 51468 w 156604"/>
                <a:gd name="connsiteY62" fmla="*/ 60965 h 165039"/>
                <a:gd name="connsiteX63" fmla="*/ 48577 w 156604"/>
                <a:gd name="connsiteY63" fmla="*/ 21689 h 165039"/>
                <a:gd name="connsiteX64" fmla="*/ 61821 w 156604"/>
                <a:gd name="connsiteY64" fmla="*/ 21300 h 165039"/>
                <a:gd name="connsiteX65" fmla="*/ 72957 w 156604"/>
                <a:gd name="connsiteY65" fmla="*/ 14124 h 165039"/>
                <a:gd name="connsiteX66" fmla="*/ 92817 w 156604"/>
                <a:gd name="connsiteY66" fmla="*/ 48040 h 165039"/>
                <a:gd name="connsiteX67" fmla="*/ 92925 w 156604"/>
                <a:gd name="connsiteY67" fmla="*/ 48081 h 165039"/>
                <a:gd name="connsiteX68" fmla="*/ 119748 w 156604"/>
                <a:gd name="connsiteY68" fmla="*/ 33880 h 165039"/>
                <a:gd name="connsiteX69" fmla="*/ 129452 w 156604"/>
                <a:gd name="connsiteY69" fmla="*/ 35346 h 165039"/>
                <a:gd name="connsiteX70" fmla="*/ 133423 w 156604"/>
                <a:gd name="connsiteY70" fmla="*/ 47984 h 165039"/>
                <a:gd name="connsiteX71" fmla="*/ 143353 w 156604"/>
                <a:gd name="connsiteY71" fmla="*/ 56756 h 165039"/>
                <a:gd name="connsiteX72" fmla="*/ 128766 w 156604"/>
                <a:gd name="connsiteY72" fmla="*/ 80223 h 165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56604" h="165039">
                  <a:moveTo>
                    <a:pt x="156605" y="51712"/>
                  </a:moveTo>
                  <a:lnTo>
                    <a:pt x="151664" y="47347"/>
                  </a:lnTo>
                  <a:lnTo>
                    <a:pt x="144352" y="40889"/>
                  </a:lnTo>
                  <a:lnTo>
                    <a:pt x="141428" y="31583"/>
                  </a:lnTo>
                  <a:lnTo>
                    <a:pt x="139452" y="25293"/>
                  </a:lnTo>
                  <a:lnTo>
                    <a:pt x="133152" y="23351"/>
                  </a:lnTo>
                  <a:cubicBezTo>
                    <a:pt x="128811" y="22009"/>
                    <a:pt x="124292" y="21327"/>
                    <a:pt x="119748" y="21327"/>
                  </a:cubicBezTo>
                  <a:cubicBezTo>
                    <a:pt x="113433" y="21324"/>
                    <a:pt x="107189" y="22655"/>
                    <a:pt x="101423" y="25231"/>
                  </a:cubicBezTo>
                  <a:cubicBezTo>
                    <a:pt x="96671" y="14969"/>
                    <a:pt x="88234" y="6869"/>
                    <a:pt x="77788" y="2538"/>
                  </a:cubicBezTo>
                  <a:lnTo>
                    <a:pt x="71702" y="0"/>
                  </a:lnTo>
                  <a:lnTo>
                    <a:pt x="57956" y="8850"/>
                  </a:lnTo>
                  <a:lnTo>
                    <a:pt x="41615" y="9332"/>
                  </a:lnTo>
                  <a:lnTo>
                    <a:pt x="38035" y="14866"/>
                  </a:lnTo>
                  <a:cubicBezTo>
                    <a:pt x="31872" y="24353"/>
                    <a:pt x="29501" y="35809"/>
                    <a:pt x="31393" y="46961"/>
                  </a:cubicBezTo>
                  <a:cubicBezTo>
                    <a:pt x="20599" y="48930"/>
                    <a:pt x="10893" y="54768"/>
                    <a:pt x="4094" y="63379"/>
                  </a:cubicBezTo>
                  <a:lnTo>
                    <a:pt x="0" y="68547"/>
                  </a:lnTo>
                  <a:lnTo>
                    <a:pt x="1930" y="74851"/>
                  </a:lnTo>
                  <a:lnTo>
                    <a:pt x="4785" y="84178"/>
                  </a:lnTo>
                  <a:lnTo>
                    <a:pt x="2412" y="93640"/>
                  </a:lnTo>
                  <a:lnTo>
                    <a:pt x="808" y="100035"/>
                  </a:lnTo>
                  <a:lnTo>
                    <a:pt x="5163" y="104986"/>
                  </a:lnTo>
                  <a:cubicBezTo>
                    <a:pt x="12093" y="112872"/>
                    <a:pt x="21549" y="118102"/>
                    <a:pt x="31912" y="119780"/>
                  </a:cubicBezTo>
                  <a:cubicBezTo>
                    <a:pt x="30499" y="130786"/>
                    <a:pt x="33195" y="141925"/>
                    <a:pt x="39484" y="151067"/>
                  </a:cubicBezTo>
                  <a:lnTo>
                    <a:pt x="43210" y="156506"/>
                  </a:lnTo>
                  <a:lnTo>
                    <a:pt x="49800" y="156526"/>
                  </a:lnTo>
                  <a:lnTo>
                    <a:pt x="59556" y="156555"/>
                  </a:lnTo>
                  <a:lnTo>
                    <a:pt x="67894" y="161618"/>
                  </a:lnTo>
                  <a:lnTo>
                    <a:pt x="73529" y="165040"/>
                  </a:lnTo>
                  <a:lnTo>
                    <a:pt x="79545" y="162341"/>
                  </a:lnTo>
                  <a:cubicBezTo>
                    <a:pt x="88040" y="158549"/>
                    <a:pt x="95156" y="152225"/>
                    <a:pt x="99918" y="144233"/>
                  </a:cubicBezTo>
                  <a:cubicBezTo>
                    <a:pt x="105834" y="146960"/>
                    <a:pt x="112269" y="148373"/>
                    <a:pt x="118782" y="148376"/>
                  </a:cubicBezTo>
                  <a:cubicBezTo>
                    <a:pt x="121520" y="148375"/>
                    <a:pt x="124253" y="148128"/>
                    <a:pt x="126947" y="147637"/>
                  </a:cubicBezTo>
                  <a:lnTo>
                    <a:pt x="133432" y="146457"/>
                  </a:lnTo>
                  <a:lnTo>
                    <a:pt x="136141" y="140447"/>
                  </a:lnTo>
                  <a:lnTo>
                    <a:pt x="140150" y="131554"/>
                  </a:lnTo>
                  <a:lnTo>
                    <a:pt x="148177" y="126009"/>
                  </a:lnTo>
                  <a:lnTo>
                    <a:pt x="153601" y="122262"/>
                  </a:lnTo>
                  <a:lnTo>
                    <a:pt x="153595" y="115672"/>
                  </a:lnTo>
                  <a:cubicBezTo>
                    <a:pt x="153607" y="104577"/>
                    <a:pt x="149525" y="93868"/>
                    <a:pt x="142134" y="85594"/>
                  </a:cubicBezTo>
                  <a:cubicBezTo>
                    <a:pt x="149737" y="78351"/>
                    <a:pt x="154574" y="68684"/>
                    <a:pt x="155813" y="58257"/>
                  </a:cubicBezTo>
                  <a:close/>
                  <a:moveTo>
                    <a:pt x="128766" y="80223"/>
                  </a:moveTo>
                  <a:cubicBezTo>
                    <a:pt x="125638" y="82255"/>
                    <a:pt x="122184" y="83732"/>
                    <a:pt x="118555" y="84592"/>
                  </a:cubicBezTo>
                  <a:cubicBezTo>
                    <a:pt x="118440" y="84619"/>
                    <a:pt x="118438" y="84670"/>
                    <a:pt x="118550" y="84707"/>
                  </a:cubicBezTo>
                  <a:cubicBezTo>
                    <a:pt x="131986" y="89041"/>
                    <a:pt x="141080" y="101563"/>
                    <a:pt x="141045" y="115682"/>
                  </a:cubicBezTo>
                  <a:lnTo>
                    <a:pt x="130145" y="123214"/>
                  </a:lnTo>
                  <a:lnTo>
                    <a:pt x="124701" y="135291"/>
                  </a:lnTo>
                  <a:cubicBezTo>
                    <a:pt x="122749" y="135646"/>
                    <a:pt x="120770" y="135826"/>
                    <a:pt x="118786" y="135826"/>
                  </a:cubicBezTo>
                  <a:cubicBezTo>
                    <a:pt x="109057" y="135847"/>
                    <a:pt x="99834" y="131485"/>
                    <a:pt x="93679" y="123949"/>
                  </a:cubicBezTo>
                  <a:cubicBezTo>
                    <a:pt x="93627" y="123887"/>
                    <a:pt x="93579" y="123901"/>
                    <a:pt x="93573" y="123983"/>
                  </a:cubicBezTo>
                  <a:cubicBezTo>
                    <a:pt x="92583" y="135779"/>
                    <a:pt x="85238" y="146096"/>
                    <a:pt x="74414" y="150889"/>
                  </a:cubicBezTo>
                  <a:lnTo>
                    <a:pt x="63091" y="144013"/>
                  </a:lnTo>
                  <a:lnTo>
                    <a:pt x="49843" y="143974"/>
                  </a:lnTo>
                  <a:cubicBezTo>
                    <a:pt x="41825" y="132353"/>
                    <a:pt x="42236" y="116884"/>
                    <a:pt x="50859" y="105705"/>
                  </a:cubicBezTo>
                  <a:cubicBezTo>
                    <a:pt x="50931" y="105611"/>
                    <a:pt x="50900" y="105570"/>
                    <a:pt x="50790" y="105613"/>
                  </a:cubicBezTo>
                  <a:cubicBezTo>
                    <a:pt x="47311" y="106958"/>
                    <a:pt x="43627" y="107694"/>
                    <a:pt x="39899" y="107789"/>
                  </a:cubicBezTo>
                  <a:cubicBezTo>
                    <a:pt x="39616" y="107796"/>
                    <a:pt x="39334" y="107800"/>
                    <a:pt x="39052" y="107799"/>
                  </a:cubicBezTo>
                  <a:cubicBezTo>
                    <a:pt x="29679" y="107798"/>
                    <a:pt x="20763" y="103750"/>
                    <a:pt x="14592" y="96695"/>
                  </a:cubicBezTo>
                  <a:lnTo>
                    <a:pt x="17818" y="83844"/>
                  </a:lnTo>
                  <a:lnTo>
                    <a:pt x="13936" y="71180"/>
                  </a:lnTo>
                  <a:cubicBezTo>
                    <a:pt x="19919" y="63583"/>
                    <a:pt x="28974" y="59047"/>
                    <a:pt x="38640" y="58802"/>
                  </a:cubicBezTo>
                  <a:cubicBezTo>
                    <a:pt x="38922" y="58795"/>
                    <a:pt x="39203" y="58791"/>
                    <a:pt x="39482" y="58792"/>
                  </a:cubicBezTo>
                  <a:cubicBezTo>
                    <a:pt x="43563" y="58791"/>
                    <a:pt x="47607" y="59560"/>
                    <a:pt x="51402" y="61059"/>
                  </a:cubicBezTo>
                  <a:cubicBezTo>
                    <a:pt x="51528" y="61109"/>
                    <a:pt x="51558" y="61068"/>
                    <a:pt x="51468" y="60965"/>
                  </a:cubicBezTo>
                  <a:cubicBezTo>
                    <a:pt x="41791" y="50009"/>
                    <a:pt x="40608" y="33943"/>
                    <a:pt x="48577" y="21689"/>
                  </a:cubicBezTo>
                  <a:lnTo>
                    <a:pt x="61821" y="21300"/>
                  </a:lnTo>
                  <a:lnTo>
                    <a:pt x="72957" y="14124"/>
                  </a:lnTo>
                  <a:cubicBezTo>
                    <a:pt x="86426" y="19706"/>
                    <a:pt x="94540" y="33562"/>
                    <a:pt x="92817" y="48040"/>
                  </a:cubicBezTo>
                  <a:cubicBezTo>
                    <a:pt x="92801" y="48175"/>
                    <a:pt x="92848" y="48192"/>
                    <a:pt x="92925" y="48081"/>
                  </a:cubicBezTo>
                  <a:cubicBezTo>
                    <a:pt x="98969" y="39204"/>
                    <a:pt x="109009" y="33888"/>
                    <a:pt x="119748" y="33880"/>
                  </a:cubicBezTo>
                  <a:cubicBezTo>
                    <a:pt x="123037" y="33881"/>
                    <a:pt x="126308" y="34375"/>
                    <a:pt x="129452" y="35346"/>
                  </a:cubicBezTo>
                  <a:lnTo>
                    <a:pt x="133423" y="47984"/>
                  </a:lnTo>
                  <a:lnTo>
                    <a:pt x="143353" y="56756"/>
                  </a:lnTo>
                  <a:cubicBezTo>
                    <a:pt x="142224" y="66358"/>
                    <a:pt x="136877" y="74960"/>
                    <a:pt x="128766" y="80223"/>
                  </a:cubicBez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24FFC0C5-07B2-E630-09A2-CD395E2822CD}"/>
                </a:ext>
              </a:extLst>
            </p:cNvPr>
            <p:cNvSpPr/>
            <p:nvPr/>
          </p:nvSpPr>
          <p:spPr>
            <a:xfrm>
              <a:off x="5837272" y="2919208"/>
              <a:ext cx="34941" cy="34981"/>
            </a:xfrm>
            <a:custGeom>
              <a:avLst/>
              <a:gdLst>
                <a:gd name="connsiteX0" fmla="*/ 13726 w 34941"/>
                <a:gd name="connsiteY0" fmla="*/ 2308 h 34981"/>
                <a:gd name="connsiteX1" fmla="*/ 9630 w 34941"/>
                <a:gd name="connsiteY1" fmla="*/ 881 h 34981"/>
                <a:gd name="connsiteX2" fmla="*/ 8175 w 34941"/>
                <a:gd name="connsiteY2" fmla="*/ 4915 h 34981"/>
                <a:gd name="connsiteX3" fmla="*/ 11547 w 34941"/>
                <a:gd name="connsiteY3" fmla="*/ 12094 h 34981"/>
                <a:gd name="connsiteX4" fmla="*/ 4087 w 34941"/>
                <a:gd name="connsiteY4" fmla="*/ 9402 h 34981"/>
                <a:gd name="connsiteX5" fmla="*/ 162 w 34941"/>
                <a:gd name="connsiteY5" fmla="*/ 11246 h 34981"/>
                <a:gd name="connsiteX6" fmla="*/ 100 w 34941"/>
                <a:gd name="connsiteY6" fmla="*/ 11436 h 34981"/>
                <a:gd name="connsiteX7" fmla="*/ 2145 w 34941"/>
                <a:gd name="connsiteY7" fmla="*/ 15222 h 34981"/>
                <a:gd name="connsiteX8" fmla="*/ 9466 w 34941"/>
                <a:gd name="connsiteY8" fmla="*/ 17863 h 34981"/>
                <a:gd name="connsiteX9" fmla="*/ 2426 w 34941"/>
                <a:gd name="connsiteY9" fmla="*/ 21169 h 34981"/>
                <a:gd name="connsiteX10" fmla="*/ 852 w 34941"/>
                <a:gd name="connsiteY10" fmla="*/ 25384 h 34981"/>
                <a:gd name="connsiteX11" fmla="*/ 869 w 34941"/>
                <a:gd name="connsiteY11" fmla="*/ 25418 h 34981"/>
                <a:gd name="connsiteX12" fmla="*/ 4896 w 34941"/>
                <a:gd name="connsiteY12" fmla="*/ 26786 h 34981"/>
                <a:gd name="connsiteX13" fmla="*/ 12074 w 34941"/>
                <a:gd name="connsiteY13" fmla="*/ 23413 h 34981"/>
                <a:gd name="connsiteX14" fmla="*/ 9433 w 34941"/>
                <a:gd name="connsiteY14" fmla="*/ 30736 h 34981"/>
                <a:gd name="connsiteX15" fmla="*/ 10979 w 34941"/>
                <a:gd name="connsiteY15" fmla="*/ 34697 h 34981"/>
                <a:gd name="connsiteX16" fmla="*/ 15050 w 34941"/>
                <a:gd name="connsiteY16" fmla="*/ 33202 h 34981"/>
                <a:gd name="connsiteX17" fmla="*/ 15153 w 34941"/>
                <a:gd name="connsiteY17" fmla="*/ 32954 h 34981"/>
                <a:gd name="connsiteX18" fmla="*/ 17844 w 34941"/>
                <a:gd name="connsiteY18" fmla="*/ 25494 h 34981"/>
                <a:gd name="connsiteX19" fmla="*/ 21216 w 34941"/>
                <a:gd name="connsiteY19" fmla="*/ 32672 h 34981"/>
                <a:gd name="connsiteX20" fmla="*/ 22950 w 34941"/>
                <a:gd name="connsiteY20" fmla="*/ 34254 h 34981"/>
                <a:gd name="connsiteX21" fmla="*/ 23994 w 34941"/>
                <a:gd name="connsiteY21" fmla="*/ 34436 h 34981"/>
                <a:gd name="connsiteX22" fmla="*/ 27057 w 34941"/>
                <a:gd name="connsiteY22" fmla="*/ 31366 h 34981"/>
                <a:gd name="connsiteX23" fmla="*/ 26767 w 34941"/>
                <a:gd name="connsiteY23" fmla="*/ 30065 h 34981"/>
                <a:gd name="connsiteX24" fmla="*/ 23394 w 34941"/>
                <a:gd name="connsiteY24" fmla="*/ 22886 h 34981"/>
                <a:gd name="connsiteX25" fmla="*/ 30854 w 34941"/>
                <a:gd name="connsiteY25" fmla="*/ 25577 h 34981"/>
                <a:gd name="connsiteX26" fmla="*/ 34779 w 34941"/>
                <a:gd name="connsiteY26" fmla="*/ 23733 h 34981"/>
                <a:gd name="connsiteX27" fmla="*/ 34841 w 34941"/>
                <a:gd name="connsiteY27" fmla="*/ 23544 h 34981"/>
                <a:gd name="connsiteX28" fmla="*/ 32796 w 34941"/>
                <a:gd name="connsiteY28" fmla="*/ 19757 h 34981"/>
                <a:gd name="connsiteX29" fmla="*/ 25475 w 34941"/>
                <a:gd name="connsiteY29" fmla="*/ 17117 h 34981"/>
                <a:gd name="connsiteX30" fmla="*/ 32534 w 34941"/>
                <a:gd name="connsiteY30" fmla="*/ 13801 h 34981"/>
                <a:gd name="connsiteX31" fmla="*/ 34249 w 34941"/>
                <a:gd name="connsiteY31" fmla="*/ 9972 h 34981"/>
                <a:gd name="connsiteX32" fmla="*/ 31348 w 34941"/>
                <a:gd name="connsiteY32" fmla="*/ 7901 h 34981"/>
                <a:gd name="connsiteX33" fmla="*/ 30046 w 34941"/>
                <a:gd name="connsiteY33" fmla="*/ 8194 h 34981"/>
                <a:gd name="connsiteX34" fmla="*/ 22868 w 34941"/>
                <a:gd name="connsiteY34" fmla="*/ 11565 h 34981"/>
                <a:gd name="connsiteX35" fmla="*/ 25511 w 34941"/>
                <a:gd name="connsiteY35" fmla="*/ 4238 h 34981"/>
                <a:gd name="connsiteX36" fmla="*/ 23960 w 34941"/>
                <a:gd name="connsiteY36" fmla="*/ 284 h 34981"/>
                <a:gd name="connsiteX37" fmla="*/ 19891 w 34941"/>
                <a:gd name="connsiteY37" fmla="*/ 1780 h 34981"/>
                <a:gd name="connsiteX38" fmla="*/ 19789 w 34941"/>
                <a:gd name="connsiteY38" fmla="*/ 2027 h 34981"/>
                <a:gd name="connsiteX39" fmla="*/ 17098 w 34941"/>
                <a:gd name="connsiteY39" fmla="*/ 9486 h 34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4941" h="34981">
                  <a:moveTo>
                    <a:pt x="13726" y="2308"/>
                  </a:moveTo>
                  <a:cubicBezTo>
                    <a:pt x="12989" y="782"/>
                    <a:pt x="11155" y="144"/>
                    <a:pt x="9630" y="881"/>
                  </a:cubicBezTo>
                  <a:cubicBezTo>
                    <a:pt x="8129" y="1606"/>
                    <a:pt x="7483" y="3398"/>
                    <a:pt x="8175" y="4915"/>
                  </a:cubicBezTo>
                  <a:lnTo>
                    <a:pt x="11547" y="12094"/>
                  </a:lnTo>
                  <a:lnTo>
                    <a:pt x="4087" y="9402"/>
                  </a:lnTo>
                  <a:cubicBezTo>
                    <a:pt x="2494" y="8827"/>
                    <a:pt x="737" y="9653"/>
                    <a:pt x="162" y="11246"/>
                  </a:cubicBezTo>
                  <a:cubicBezTo>
                    <a:pt x="139" y="11309"/>
                    <a:pt x="119" y="11372"/>
                    <a:pt x="100" y="11436"/>
                  </a:cubicBezTo>
                  <a:cubicBezTo>
                    <a:pt x="-312" y="13038"/>
                    <a:pt x="579" y="14688"/>
                    <a:pt x="2145" y="15222"/>
                  </a:cubicBezTo>
                  <a:lnTo>
                    <a:pt x="9466" y="17863"/>
                  </a:lnTo>
                  <a:lnTo>
                    <a:pt x="2426" y="21169"/>
                  </a:lnTo>
                  <a:cubicBezTo>
                    <a:pt x="828" y="21898"/>
                    <a:pt x="123" y="23785"/>
                    <a:pt x="852" y="25384"/>
                  </a:cubicBezTo>
                  <a:cubicBezTo>
                    <a:pt x="858" y="25395"/>
                    <a:pt x="863" y="25407"/>
                    <a:pt x="869" y="25418"/>
                  </a:cubicBezTo>
                  <a:cubicBezTo>
                    <a:pt x="1624" y="26883"/>
                    <a:pt x="3404" y="27488"/>
                    <a:pt x="4896" y="26786"/>
                  </a:cubicBezTo>
                  <a:lnTo>
                    <a:pt x="12074" y="23413"/>
                  </a:lnTo>
                  <a:lnTo>
                    <a:pt x="9433" y="30736"/>
                  </a:lnTo>
                  <a:cubicBezTo>
                    <a:pt x="8853" y="32258"/>
                    <a:pt x="9522" y="33971"/>
                    <a:pt x="10979" y="34697"/>
                  </a:cubicBezTo>
                  <a:cubicBezTo>
                    <a:pt x="12517" y="35409"/>
                    <a:pt x="14339" y="34739"/>
                    <a:pt x="15050" y="33202"/>
                  </a:cubicBezTo>
                  <a:cubicBezTo>
                    <a:pt x="15088" y="33121"/>
                    <a:pt x="15123" y="33038"/>
                    <a:pt x="15153" y="32954"/>
                  </a:cubicBezTo>
                  <a:lnTo>
                    <a:pt x="17844" y="25494"/>
                  </a:lnTo>
                  <a:lnTo>
                    <a:pt x="21216" y="32672"/>
                  </a:lnTo>
                  <a:cubicBezTo>
                    <a:pt x="21561" y="33409"/>
                    <a:pt x="22185" y="33978"/>
                    <a:pt x="22950" y="34254"/>
                  </a:cubicBezTo>
                  <a:cubicBezTo>
                    <a:pt x="23285" y="34374"/>
                    <a:pt x="23638" y="34436"/>
                    <a:pt x="23994" y="34436"/>
                  </a:cubicBezTo>
                  <a:cubicBezTo>
                    <a:pt x="25687" y="34434"/>
                    <a:pt x="27059" y="33060"/>
                    <a:pt x="27057" y="31366"/>
                  </a:cubicBezTo>
                  <a:cubicBezTo>
                    <a:pt x="27057" y="30916"/>
                    <a:pt x="26957" y="30472"/>
                    <a:pt x="26767" y="30065"/>
                  </a:cubicBezTo>
                  <a:lnTo>
                    <a:pt x="23394" y="22886"/>
                  </a:lnTo>
                  <a:lnTo>
                    <a:pt x="30854" y="25577"/>
                  </a:lnTo>
                  <a:cubicBezTo>
                    <a:pt x="32447" y="26152"/>
                    <a:pt x="34205" y="25326"/>
                    <a:pt x="34779" y="23733"/>
                  </a:cubicBezTo>
                  <a:cubicBezTo>
                    <a:pt x="34802" y="23670"/>
                    <a:pt x="34823" y="23608"/>
                    <a:pt x="34841" y="23544"/>
                  </a:cubicBezTo>
                  <a:cubicBezTo>
                    <a:pt x="35253" y="21941"/>
                    <a:pt x="34363" y="20291"/>
                    <a:pt x="32796" y="19757"/>
                  </a:cubicBezTo>
                  <a:lnTo>
                    <a:pt x="25475" y="17117"/>
                  </a:lnTo>
                  <a:lnTo>
                    <a:pt x="32534" y="13801"/>
                  </a:lnTo>
                  <a:cubicBezTo>
                    <a:pt x="33994" y="13144"/>
                    <a:pt x="34732" y="11499"/>
                    <a:pt x="34249" y="9972"/>
                  </a:cubicBezTo>
                  <a:cubicBezTo>
                    <a:pt x="33824" y="8733"/>
                    <a:pt x="32658" y="7901"/>
                    <a:pt x="31348" y="7901"/>
                  </a:cubicBezTo>
                  <a:cubicBezTo>
                    <a:pt x="30897" y="7901"/>
                    <a:pt x="30452" y="8001"/>
                    <a:pt x="30046" y="8194"/>
                  </a:cubicBezTo>
                  <a:lnTo>
                    <a:pt x="22868" y="11565"/>
                  </a:lnTo>
                  <a:lnTo>
                    <a:pt x="25511" y="4238"/>
                  </a:lnTo>
                  <a:cubicBezTo>
                    <a:pt x="26087" y="2717"/>
                    <a:pt x="25417" y="1008"/>
                    <a:pt x="23960" y="284"/>
                  </a:cubicBezTo>
                  <a:cubicBezTo>
                    <a:pt x="22424" y="-427"/>
                    <a:pt x="20602" y="242"/>
                    <a:pt x="19891" y="1780"/>
                  </a:cubicBezTo>
                  <a:cubicBezTo>
                    <a:pt x="19853" y="1861"/>
                    <a:pt x="19819" y="1943"/>
                    <a:pt x="19789" y="2027"/>
                  </a:cubicBezTo>
                  <a:lnTo>
                    <a:pt x="17098" y="9486"/>
                  </a:ln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96F106E4-EC6E-0CCD-00F1-AA637F5769AE}"/>
                </a:ext>
              </a:extLst>
            </p:cNvPr>
            <p:cNvSpPr/>
            <p:nvPr/>
          </p:nvSpPr>
          <p:spPr>
            <a:xfrm>
              <a:off x="5788644" y="2864136"/>
              <a:ext cx="138260" cy="146110"/>
            </a:xfrm>
            <a:custGeom>
              <a:avLst/>
              <a:gdLst>
                <a:gd name="connsiteX0" fmla="*/ 133378 w 138260"/>
                <a:gd name="connsiteY0" fmla="*/ 77252 h 146110"/>
                <a:gd name="connsiteX1" fmla="*/ 136046 w 138260"/>
                <a:gd name="connsiteY1" fmla="*/ 69767 h 146110"/>
                <a:gd name="connsiteX2" fmla="*/ 138261 w 138260"/>
                <a:gd name="connsiteY2" fmla="*/ 63558 h 146110"/>
                <a:gd name="connsiteX3" fmla="*/ 134405 w 138260"/>
                <a:gd name="connsiteY3" fmla="*/ 58211 h 146110"/>
                <a:gd name="connsiteX4" fmla="*/ 112171 w 138260"/>
                <a:gd name="connsiteY4" fmla="*/ 42733 h 146110"/>
                <a:gd name="connsiteX5" fmla="*/ 107186 w 138260"/>
                <a:gd name="connsiteY5" fmla="*/ 15197 h 146110"/>
                <a:gd name="connsiteX6" fmla="*/ 103859 w 138260"/>
                <a:gd name="connsiteY6" fmla="*/ 9504 h 146110"/>
                <a:gd name="connsiteX7" fmla="*/ 89360 w 138260"/>
                <a:gd name="connsiteY7" fmla="*/ 8420 h 146110"/>
                <a:gd name="connsiteX8" fmla="*/ 77510 w 138260"/>
                <a:gd name="connsiteY8" fmla="*/ 0 h 146110"/>
                <a:gd name="connsiteX9" fmla="*/ 71315 w 138260"/>
                <a:gd name="connsiteY9" fmla="*/ 2260 h 146110"/>
                <a:gd name="connsiteX10" fmla="*/ 49900 w 138260"/>
                <a:gd name="connsiteY10" fmla="*/ 20270 h 146110"/>
                <a:gd name="connsiteX11" fmla="*/ 33141 w 138260"/>
                <a:gd name="connsiteY11" fmla="*/ 16654 h 146110"/>
                <a:gd name="connsiteX12" fmla="*/ 22844 w 138260"/>
                <a:gd name="connsiteY12" fmla="*/ 17968 h 146110"/>
                <a:gd name="connsiteX13" fmla="*/ 16461 w 138260"/>
                <a:gd name="connsiteY13" fmla="*/ 19624 h 146110"/>
                <a:gd name="connsiteX14" fmla="*/ 14202 w 138260"/>
                <a:gd name="connsiteY14" fmla="*/ 25818 h 146110"/>
                <a:gd name="connsiteX15" fmla="*/ 11478 w 138260"/>
                <a:gd name="connsiteY15" fmla="*/ 33281 h 146110"/>
                <a:gd name="connsiteX16" fmla="*/ 5291 w 138260"/>
                <a:gd name="connsiteY16" fmla="*/ 38264 h 146110"/>
                <a:gd name="connsiteX17" fmla="*/ 156 w 138260"/>
                <a:gd name="connsiteY17" fmla="*/ 42400 h 146110"/>
                <a:gd name="connsiteX18" fmla="*/ 647 w 138260"/>
                <a:gd name="connsiteY18" fmla="*/ 48976 h 146110"/>
                <a:gd name="connsiteX19" fmla="*/ 10740 w 138260"/>
                <a:gd name="connsiteY19" fmla="*/ 72953 h 146110"/>
                <a:gd name="connsiteX20" fmla="*/ 305 w 138260"/>
                <a:gd name="connsiteY20" fmla="*/ 98374 h 146110"/>
                <a:gd name="connsiteX21" fmla="*/ 0 w 138260"/>
                <a:gd name="connsiteY21" fmla="*/ 104959 h 146110"/>
                <a:gd name="connsiteX22" fmla="*/ 5249 w 138260"/>
                <a:gd name="connsiteY22" fmla="*/ 108949 h 146110"/>
                <a:gd name="connsiteX23" fmla="*/ 11574 w 138260"/>
                <a:gd name="connsiteY23" fmla="*/ 113756 h 146110"/>
                <a:gd name="connsiteX24" fmla="*/ 14506 w 138260"/>
                <a:gd name="connsiteY24" fmla="*/ 121141 h 146110"/>
                <a:gd name="connsiteX25" fmla="*/ 16940 w 138260"/>
                <a:gd name="connsiteY25" fmla="*/ 127267 h 146110"/>
                <a:gd name="connsiteX26" fmla="*/ 23366 w 138260"/>
                <a:gd name="connsiteY26" fmla="*/ 128742 h 146110"/>
                <a:gd name="connsiteX27" fmla="*/ 32543 w 138260"/>
                <a:gd name="connsiteY27" fmla="*/ 129782 h 146110"/>
                <a:gd name="connsiteX28" fmla="*/ 46436 w 138260"/>
                <a:gd name="connsiteY28" fmla="*/ 127348 h 146110"/>
                <a:gd name="connsiteX29" fmla="*/ 63286 w 138260"/>
                <a:gd name="connsiteY29" fmla="*/ 143143 h 146110"/>
                <a:gd name="connsiteX30" fmla="*/ 69174 w 138260"/>
                <a:gd name="connsiteY30" fmla="*/ 146110 h 146110"/>
                <a:gd name="connsiteX31" fmla="*/ 74958 w 138260"/>
                <a:gd name="connsiteY31" fmla="*/ 142947 h 146110"/>
                <a:gd name="connsiteX32" fmla="*/ 81929 w 138260"/>
                <a:gd name="connsiteY32" fmla="*/ 139134 h 146110"/>
                <a:gd name="connsiteX33" fmla="*/ 89865 w 138260"/>
                <a:gd name="connsiteY33" fmla="*/ 139473 h 146110"/>
                <a:gd name="connsiteX34" fmla="*/ 96453 w 138260"/>
                <a:gd name="connsiteY34" fmla="*/ 139752 h 146110"/>
                <a:gd name="connsiteX35" fmla="*/ 100422 w 138260"/>
                <a:gd name="connsiteY35" fmla="*/ 134488 h 146110"/>
                <a:gd name="connsiteX36" fmla="*/ 108621 w 138260"/>
                <a:gd name="connsiteY36" fmla="*/ 108251 h 146110"/>
                <a:gd name="connsiteX37" fmla="*/ 131696 w 138260"/>
                <a:gd name="connsiteY37" fmla="*/ 96248 h 146110"/>
                <a:gd name="connsiteX38" fmla="*/ 136271 w 138260"/>
                <a:gd name="connsiteY38" fmla="*/ 91501 h 146110"/>
                <a:gd name="connsiteX39" fmla="*/ 134959 w 138260"/>
                <a:gd name="connsiteY39" fmla="*/ 85040 h 146110"/>
                <a:gd name="connsiteX40" fmla="*/ 122657 w 138260"/>
                <a:gd name="connsiteY40" fmla="*/ 87536 h 146110"/>
                <a:gd name="connsiteX41" fmla="*/ 102416 w 138260"/>
                <a:gd name="connsiteY41" fmla="*/ 96185 h 146110"/>
                <a:gd name="connsiteX42" fmla="*/ 100394 w 138260"/>
                <a:gd name="connsiteY42" fmla="*/ 96113 h 146110"/>
                <a:gd name="connsiteX43" fmla="*/ 91111 w 138260"/>
                <a:gd name="connsiteY43" fmla="*/ 93821 h 146110"/>
                <a:gd name="connsiteX44" fmla="*/ 91039 w 138260"/>
                <a:gd name="connsiteY44" fmla="*/ 93910 h 146110"/>
                <a:gd name="connsiteX45" fmla="*/ 90399 w 138260"/>
                <a:gd name="connsiteY45" fmla="*/ 126933 h 146110"/>
                <a:gd name="connsiteX46" fmla="*/ 78971 w 138260"/>
                <a:gd name="connsiteY46" fmla="*/ 126447 h 146110"/>
                <a:gd name="connsiteX47" fmla="*/ 68935 w 138260"/>
                <a:gd name="connsiteY47" fmla="*/ 131935 h 146110"/>
                <a:gd name="connsiteX48" fmla="*/ 53467 w 138260"/>
                <a:gd name="connsiteY48" fmla="*/ 107996 h 146110"/>
                <a:gd name="connsiteX49" fmla="*/ 53362 w 138260"/>
                <a:gd name="connsiteY49" fmla="*/ 107958 h 146110"/>
                <a:gd name="connsiteX50" fmla="*/ 32543 w 138260"/>
                <a:gd name="connsiteY50" fmla="*/ 117231 h 146110"/>
                <a:gd name="connsiteX51" fmla="*/ 26173 w 138260"/>
                <a:gd name="connsiteY51" fmla="*/ 116509 h 146110"/>
                <a:gd name="connsiteX52" fmla="*/ 21954 w 138260"/>
                <a:gd name="connsiteY52" fmla="*/ 105877 h 146110"/>
                <a:gd name="connsiteX53" fmla="*/ 12847 w 138260"/>
                <a:gd name="connsiteY53" fmla="*/ 98955 h 146110"/>
                <a:gd name="connsiteX54" fmla="*/ 33434 w 138260"/>
                <a:gd name="connsiteY54" fmla="*/ 73127 h 146110"/>
                <a:gd name="connsiteX55" fmla="*/ 33434 w 138260"/>
                <a:gd name="connsiteY55" fmla="*/ 73013 h 146110"/>
                <a:gd name="connsiteX56" fmla="*/ 13166 w 138260"/>
                <a:gd name="connsiteY56" fmla="*/ 48042 h 146110"/>
                <a:gd name="connsiteX57" fmla="*/ 22074 w 138260"/>
                <a:gd name="connsiteY57" fmla="*/ 40868 h 146110"/>
                <a:gd name="connsiteX58" fmla="*/ 25995 w 138260"/>
                <a:gd name="connsiteY58" fmla="*/ 30123 h 146110"/>
                <a:gd name="connsiteX59" fmla="*/ 33140 w 138260"/>
                <a:gd name="connsiteY59" fmla="*/ 29209 h 146110"/>
                <a:gd name="connsiteX60" fmla="*/ 57054 w 138260"/>
                <a:gd name="connsiteY60" fmla="*/ 42620 h 146110"/>
                <a:gd name="connsiteX61" fmla="*/ 57164 w 138260"/>
                <a:gd name="connsiteY61" fmla="*/ 42584 h 146110"/>
                <a:gd name="connsiteX62" fmla="*/ 75617 w 138260"/>
                <a:gd name="connsiteY62" fmla="*/ 14055 h 146110"/>
                <a:gd name="connsiteX63" fmla="*/ 84940 w 138260"/>
                <a:gd name="connsiteY63" fmla="*/ 20676 h 146110"/>
                <a:gd name="connsiteX64" fmla="*/ 96346 w 138260"/>
                <a:gd name="connsiteY64" fmla="*/ 21529 h 146110"/>
                <a:gd name="connsiteX65" fmla="*/ 92400 w 138260"/>
                <a:gd name="connsiteY65" fmla="*/ 55207 h 146110"/>
                <a:gd name="connsiteX66" fmla="*/ 92463 w 138260"/>
                <a:gd name="connsiteY66" fmla="*/ 55304 h 146110"/>
                <a:gd name="connsiteX67" fmla="*/ 101403 w 138260"/>
                <a:gd name="connsiteY67" fmla="*/ 53837 h 146110"/>
                <a:gd name="connsiteX68" fmla="*/ 103401 w 138260"/>
                <a:gd name="connsiteY68" fmla="*/ 53907 h 146110"/>
                <a:gd name="connsiteX69" fmla="*/ 124223 w 138260"/>
                <a:gd name="connsiteY69" fmla="*/ 65551 h 146110"/>
                <a:gd name="connsiteX70" fmla="*/ 120382 w 138260"/>
                <a:gd name="connsiteY70" fmla="*/ 76325 h 146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38260" h="146110">
                  <a:moveTo>
                    <a:pt x="133378" y="77252"/>
                  </a:moveTo>
                  <a:lnTo>
                    <a:pt x="136046" y="69767"/>
                  </a:lnTo>
                  <a:lnTo>
                    <a:pt x="138261" y="63558"/>
                  </a:lnTo>
                  <a:lnTo>
                    <a:pt x="134405" y="58211"/>
                  </a:lnTo>
                  <a:cubicBezTo>
                    <a:pt x="128982" y="50661"/>
                    <a:pt x="121134" y="45198"/>
                    <a:pt x="112171" y="42733"/>
                  </a:cubicBezTo>
                  <a:cubicBezTo>
                    <a:pt x="113821" y="33254"/>
                    <a:pt x="112054" y="23497"/>
                    <a:pt x="107186" y="15197"/>
                  </a:cubicBezTo>
                  <a:lnTo>
                    <a:pt x="103859" y="9504"/>
                  </a:lnTo>
                  <a:lnTo>
                    <a:pt x="89360" y="8420"/>
                  </a:lnTo>
                  <a:lnTo>
                    <a:pt x="77510" y="0"/>
                  </a:lnTo>
                  <a:lnTo>
                    <a:pt x="71315" y="2260"/>
                  </a:lnTo>
                  <a:cubicBezTo>
                    <a:pt x="62269" y="5539"/>
                    <a:pt x="54681" y="11921"/>
                    <a:pt x="49900" y="20270"/>
                  </a:cubicBezTo>
                  <a:cubicBezTo>
                    <a:pt x="44637" y="17879"/>
                    <a:pt x="38922" y="16645"/>
                    <a:pt x="33141" y="16654"/>
                  </a:cubicBezTo>
                  <a:cubicBezTo>
                    <a:pt x="29666" y="16655"/>
                    <a:pt x="26207" y="17097"/>
                    <a:pt x="22844" y="17968"/>
                  </a:cubicBezTo>
                  <a:lnTo>
                    <a:pt x="16461" y="19624"/>
                  </a:lnTo>
                  <a:lnTo>
                    <a:pt x="14202" y="25818"/>
                  </a:lnTo>
                  <a:lnTo>
                    <a:pt x="11478" y="33281"/>
                  </a:lnTo>
                  <a:lnTo>
                    <a:pt x="5291" y="38264"/>
                  </a:lnTo>
                  <a:lnTo>
                    <a:pt x="156" y="42400"/>
                  </a:lnTo>
                  <a:lnTo>
                    <a:pt x="647" y="48976"/>
                  </a:lnTo>
                  <a:cubicBezTo>
                    <a:pt x="1296" y="57857"/>
                    <a:pt x="4841" y="66281"/>
                    <a:pt x="10740" y="72953"/>
                  </a:cubicBezTo>
                  <a:cubicBezTo>
                    <a:pt x="4416" y="79958"/>
                    <a:pt x="727" y="88945"/>
                    <a:pt x="305" y="98374"/>
                  </a:cubicBezTo>
                  <a:lnTo>
                    <a:pt x="0" y="104959"/>
                  </a:lnTo>
                  <a:lnTo>
                    <a:pt x="5249" y="108949"/>
                  </a:lnTo>
                  <a:lnTo>
                    <a:pt x="11574" y="113756"/>
                  </a:lnTo>
                  <a:lnTo>
                    <a:pt x="14506" y="121141"/>
                  </a:lnTo>
                  <a:lnTo>
                    <a:pt x="16940" y="127267"/>
                  </a:lnTo>
                  <a:lnTo>
                    <a:pt x="23366" y="128742"/>
                  </a:lnTo>
                  <a:cubicBezTo>
                    <a:pt x="26376" y="129433"/>
                    <a:pt x="29455" y="129781"/>
                    <a:pt x="32543" y="129782"/>
                  </a:cubicBezTo>
                  <a:cubicBezTo>
                    <a:pt x="37281" y="129791"/>
                    <a:pt x="41983" y="128967"/>
                    <a:pt x="46436" y="127348"/>
                  </a:cubicBezTo>
                  <a:cubicBezTo>
                    <a:pt x="50410" y="134130"/>
                    <a:pt x="56262" y="139616"/>
                    <a:pt x="63286" y="143143"/>
                  </a:cubicBezTo>
                  <a:lnTo>
                    <a:pt x="69174" y="146110"/>
                  </a:lnTo>
                  <a:lnTo>
                    <a:pt x="74958" y="142947"/>
                  </a:lnTo>
                  <a:lnTo>
                    <a:pt x="81929" y="139134"/>
                  </a:lnTo>
                  <a:lnTo>
                    <a:pt x="89865" y="139473"/>
                  </a:lnTo>
                  <a:lnTo>
                    <a:pt x="96453" y="139752"/>
                  </a:lnTo>
                  <a:lnTo>
                    <a:pt x="100422" y="134488"/>
                  </a:lnTo>
                  <a:cubicBezTo>
                    <a:pt x="106120" y="126960"/>
                    <a:pt x="109019" y="117684"/>
                    <a:pt x="108621" y="108251"/>
                  </a:cubicBezTo>
                  <a:cubicBezTo>
                    <a:pt x="117412" y="106862"/>
                    <a:pt x="125512" y="102648"/>
                    <a:pt x="131696" y="96248"/>
                  </a:cubicBezTo>
                  <a:lnTo>
                    <a:pt x="136271" y="91501"/>
                  </a:lnTo>
                  <a:lnTo>
                    <a:pt x="134959" y="85040"/>
                  </a:lnTo>
                  <a:close/>
                  <a:moveTo>
                    <a:pt x="122657" y="87536"/>
                  </a:moveTo>
                  <a:cubicBezTo>
                    <a:pt x="117368" y="93054"/>
                    <a:pt x="110059" y="96177"/>
                    <a:pt x="102416" y="96185"/>
                  </a:cubicBezTo>
                  <a:cubicBezTo>
                    <a:pt x="101746" y="96185"/>
                    <a:pt x="101073" y="96161"/>
                    <a:pt x="100394" y="96113"/>
                  </a:cubicBezTo>
                  <a:cubicBezTo>
                    <a:pt x="97192" y="95886"/>
                    <a:pt x="94051" y="95110"/>
                    <a:pt x="91111" y="93821"/>
                  </a:cubicBezTo>
                  <a:cubicBezTo>
                    <a:pt x="91003" y="93774"/>
                    <a:pt x="90972" y="93813"/>
                    <a:pt x="91039" y="93910"/>
                  </a:cubicBezTo>
                  <a:cubicBezTo>
                    <a:pt x="98023" y="103887"/>
                    <a:pt x="97765" y="117233"/>
                    <a:pt x="90399" y="126933"/>
                  </a:cubicBezTo>
                  <a:lnTo>
                    <a:pt x="78971" y="126447"/>
                  </a:lnTo>
                  <a:lnTo>
                    <a:pt x="68935" y="131935"/>
                  </a:lnTo>
                  <a:cubicBezTo>
                    <a:pt x="59795" y="127378"/>
                    <a:pt x="53865" y="118201"/>
                    <a:pt x="53467" y="107996"/>
                  </a:cubicBezTo>
                  <a:cubicBezTo>
                    <a:pt x="53463" y="107914"/>
                    <a:pt x="53416" y="107897"/>
                    <a:pt x="53362" y="107958"/>
                  </a:cubicBezTo>
                  <a:cubicBezTo>
                    <a:pt x="48058" y="113870"/>
                    <a:pt x="40486" y="117243"/>
                    <a:pt x="32543" y="117231"/>
                  </a:cubicBezTo>
                  <a:cubicBezTo>
                    <a:pt x="30400" y="117231"/>
                    <a:pt x="28262" y="116989"/>
                    <a:pt x="26173" y="116509"/>
                  </a:cubicBezTo>
                  <a:lnTo>
                    <a:pt x="21954" y="105877"/>
                  </a:lnTo>
                  <a:lnTo>
                    <a:pt x="12847" y="98955"/>
                  </a:lnTo>
                  <a:cubicBezTo>
                    <a:pt x="13371" y="86789"/>
                    <a:pt x="21691" y="76352"/>
                    <a:pt x="33434" y="73127"/>
                  </a:cubicBezTo>
                  <a:cubicBezTo>
                    <a:pt x="33548" y="73096"/>
                    <a:pt x="33548" y="73046"/>
                    <a:pt x="33434" y="73013"/>
                  </a:cubicBezTo>
                  <a:cubicBezTo>
                    <a:pt x="22108" y="69767"/>
                    <a:pt x="14014" y="59794"/>
                    <a:pt x="13166" y="48042"/>
                  </a:cubicBezTo>
                  <a:lnTo>
                    <a:pt x="22074" y="40868"/>
                  </a:lnTo>
                  <a:lnTo>
                    <a:pt x="25995" y="30123"/>
                  </a:lnTo>
                  <a:cubicBezTo>
                    <a:pt x="28328" y="29517"/>
                    <a:pt x="30729" y="29210"/>
                    <a:pt x="33140" y="29209"/>
                  </a:cubicBezTo>
                  <a:cubicBezTo>
                    <a:pt x="42901" y="29216"/>
                    <a:pt x="51958" y="34295"/>
                    <a:pt x="57054" y="42620"/>
                  </a:cubicBezTo>
                  <a:cubicBezTo>
                    <a:pt x="57126" y="42736"/>
                    <a:pt x="57174" y="42721"/>
                    <a:pt x="57164" y="42584"/>
                  </a:cubicBezTo>
                  <a:cubicBezTo>
                    <a:pt x="56215" y="30011"/>
                    <a:pt x="63761" y="18346"/>
                    <a:pt x="75617" y="14055"/>
                  </a:cubicBezTo>
                  <a:lnTo>
                    <a:pt x="84940" y="20676"/>
                  </a:lnTo>
                  <a:lnTo>
                    <a:pt x="96346" y="21529"/>
                  </a:lnTo>
                  <a:cubicBezTo>
                    <a:pt x="102714" y="32374"/>
                    <a:pt x="101102" y="46128"/>
                    <a:pt x="92400" y="55207"/>
                  </a:cubicBezTo>
                  <a:cubicBezTo>
                    <a:pt x="92307" y="55304"/>
                    <a:pt x="92334" y="55346"/>
                    <a:pt x="92463" y="55304"/>
                  </a:cubicBezTo>
                  <a:cubicBezTo>
                    <a:pt x="95343" y="54332"/>
                    <a:pt x="98363" y="53837"/>
                    <a:pt x="101403" y="53837"/>
                  </a:cubicBezTo>
                  <a:cubicBezTo>
                    <a:pt x="102064" y="53837"/>
                    <a:pt x="102730" y="53860"/>
                    <a:pt x="103401" y="53907"/>
                  </a:cubicBezTo>
                  <a:cubicBezTo>
                    <a:pt x="111728" y="54497"/>
                    <a:pt x="119360" y="58765"/>
                    <a:pt x="124223" y="65551"/>
                  </a:cubicBezTo>
                  <a:lnTo>
                    <a:pt x="120382" y="76325"/>
                  </a:ln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5F444103-2A1B-09E6-5064-8E759D264222}"/>
                </a:ext>
              </a:extLst>
            </p:cNvPr>
            <p:cNvSpPr/>
            <p:nvPr/>
          </p:nvSpPr>
          <p:spPr>
            <a:xfrm>
              <a:off x="5879380" y="3106249"/>
              <a:ext cx="32092" cy="32086"/>
            </a:xfrm>
            <a:custGeom>
              <a:avLst/>
              <a:gdLst>
                <a:gd name="connsiteX0" fmla="*/ 7078 w 32092"/>
                <a:gd name="connsiteY0" fmla="*/ 5655 h 32086"/>
                <a:gd name="connsiteX1" fmla="*/ 3307 w 32092"/>
                <a:gd name="connsiteY1" fmla="*/ 6173 h 32086"/>
                <a:gd name="connsiteX2" fmla="*/ 3772 w 32092"/>
                <a:gd name="connsiteY2" fmla="*/ 9903 h 32086"/>
                <a:gd name="connsiteX3" fmla="*/ 9266 w 32092"/>
                <a:gd name="connsiteY3" fmla="*/ 14177 h 32086"/>
                <a:gd name="connsiteX4" fmla="*/ 2455 w 32092"/>
                <a:gd name="connsiteY4" fmla="*/ 15028 h 32086"/>
                <a:gd name="connsiteX5" fmla="*/ 1 w 32092"/>
                <a:gd name="connsiteY5" fmla="*/ 17655 h 32086"/>
                <a:gd name="connsiteX6" fmla="*/ 2641 w 32092"/>
                <a:gd name="connsiteY6" fmla="*/ 20401 h 32086"/>
                <a:gd name="connsiteX7" fmla="*/ 2689 w 32092"/>
                <a:gd name="connsiteY7" fmla="*/ 20402 h 32086"/>
                <a:gd name="connsiteX8" fmla="*/ 3025 w 32092"/>
                <a:gd name="connsiteY8" fmla="*/ 20380 h 32086"/>
                <a:gd name="connsiteX9" fmla="*/ 9930 w 32092"/>
                <a:gd name="connsiteY9" fmla="*/ 19519 h 32086"/>
                <a:gd name="connsiteX10" fmla="*/ 5655 w 32092"/>
                <a:gd name="connsiteY10" fmla="*/ 25013 h 32086"/>
                <a:gd name="connsiteX11" fmla="*/ 6129 w 32092"/>
                <a:gd name="connsiteY11" fmla="*/ 28790 h 32086"/>
                <a:gd name="connsiteX12" fmla="*/ 7776 w 32092"/>
                <a:gd name="connsiteY12" fmla="*/ 29357 h 32086"/>
                <a:gd name="connsiteX13" fmla="*/ 8112 w 32092"/>
                <a:gd name="connsiteY13" fmla="*/ 29336 h 32086"/>
                <a:gd name="connsiteX14" fmla="*/ 9903 w 32092"/>
                <a:gd name="connsiteY14" fmla="*/ 28318 h 32086"/>
                <a:gd name="connsiteX15" fmla="*/ 14177 w 32092"/>
                <a:gd name="connsiteY15" fmla="*/ 22824 h 32086"/>
                <a:gd name="connsiteX16" fmla="*/ 15039 w 32092"/>
                <a:gd name="connsiteY16" fmla="*/ 29729 h 32086"/>
                <a:gd name="connsiteX17" fmla="*/ 17706 w 32092"/>
                <a:gd name="connsiteY17" fmla="*/ 32087 h 32086"/>
                <a:gd name="connsiteX18" fmla="*/ 18145 w 32092"/>
                <a:gd name="connsiteY18" fmla="*/ 32052 h 32086"/>
                <a:gd name="connsiteX19" fmla="*/ 20383 w 32092"/>
                <a:gd name="connsiteY19" fmla="*/ 29061 h 32086"/>
                <a:gd name="connsiteX20" fmla="*/ 19522 w 32092"/>
                <a:gd name="connsiteY20" fmla="*/ 22156 h 32086"/>
                <a:gd name="connsiteX21" fmla="*/ 25015 w 32092"/>
                <a:gd name="connsiteY21" fmla="*/ 26432 h 32086"/>
                <a:gd name="connsiteX22" fmla="*/ 28790 w 32092"/>
                <a:gd name="connsiteY22" fmla="*/ 25949 h 32086"/>
                <a:gd name="connsiteX23" fmla="*/ 28321 w 32092"/>
                <a:gd name="connsiteY23" fmla="*/ 22184 h 32086"/>
                <a:gd name="connsiteX24" fmla="*/ 22827 w 32092"/>
                <a:gd name="connsiteY24" fmla="*/ 17909 h 32086"/>
                <a:gd name="connsiteX25" fmla="*/ 29638 w 32092"/>
                <a:gd name="connsiteY25" fmla="*/ 17060 h 32086"/>
                <a:gd name="connsiteX26" fmla="*/ 32092 w 32092"/>
                <a:gd name="connsiteY26" fmla="*/ 14433 h 32086"/>
                <a:gd name="connsiteX27" fmla="*/ 29452 w 32092"/>
                <a:gd name="connsiteY27" fmla="*/ 11686 h 32086"/>
                <a:gd name="connsiteX28" fmla="*/ 29404 w 32092"/>
                <a:gd name="connsiteY28" fmla="*/ 11685 h 32086"/>
                <a:gd name="connsiteX29" fmla="*/ 29068 w 32092"/>
                <a:gd name="connsiteY29" fmla="*/ 11707 h 32086"/>
                <a:gd name="connsiteX30" fmla="*/ 22163 w 32092"/>
                <a:gd name="connsiteY30" fmla="*/ 12569 h 32086"/>
                <a:gd name="connsiteX31" fmla="*/ 26438 w 32092"/>
                <a:gd name="connsiteY31" fmla="*/ 7075 h 32086"/>
                <a:gd name="connsiteX32" fmla="*/ 25966 w 32092"/>
                <a:gd name="connsiteY32" fmla="*/ 3298 h 32086"/>
                <a:gd name="connsiteX33" fmla="*/ 22190 w 32092"/>
                <a:gd name="connsiteY33" fmla="*/ 3769 h 32086"/>
                <a:gd name="connsiteX34" fmla="*/ 17915 w 32092"/>
                <a:gd name="connsiteY34" fmla="*/ 9263 h 32086"/>
                <a:gd name="connsiteX35" fmla="*/ 17054 w 32092"/>
                <a:gd name="connsiteY35" fmla="*/ 2358 h 32086"/>
                <a:gd name="connsiteX36" fmla="*/ 14389 w 32092"/>
                <a:gd name="connsiteY36" fmla="*/ 0 h 32086"/>
                <a:gd name="connsiteX37" fmla="*/ 13963 w 32092"/>
                <a:gd name="connsiteY37" fmla="*/ 33 h 32086"/>
                <a:gd name="connsiteX38" fmla="*/ 11712 w 32092"/>
                <a:gd name="connsiteY38" fmla="*/ 3025 h 32086"/>
                <a:gd name="connsiteX39" fmla="*/ 12574 w 32092"/>
                <a:gd name="connsiteY39" fmla="*/ 9930 h 32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092" h="32086">
                  <a:moveTo>
                    <a:pt x="7078" y="5655"/>
                  </a:moveTo>
                  <a:cubicBezTo>
                    <a:pt x="5893" y="4757"/>
                    <a:pt x="4205" y="4989"/>
                    <a:pt x="3307" y="6173"/>
                  </a:cubicBezTo>
                  <a:cubicBezTo>
                    <a:pt x="2424" y="7337"/>
                    <a:pt x="2630" y="8992"/>
                    <a:pt x="3772" y="9903"/>
                  </a:cubicBezTo>
                  <a:lnTo>
                    <a:pt x="9266" y="14177"/>
                  </a:lnTo>
                  <a:lnTo>
                    <a:pt x="2455" y="15028"/>
                  </a:lnTo>
                  <a:cubicBezTo>
                    <a:pt x="1122" y="15218"/>
                    <a:pt x="100" y="16311"/>
                    <a:pt x="1" y="17655"/>
                  </a:cubicBezTo>
                  <a:cubicBezTo>
                    <a:pt x="-29" y="19142"/>
                    <a:pt x="1153" y="20372"/>
                    <a:pt x="2641" y="20401"/>
                  </a:cubicBezTo>
                  <a:cubicBezTo>
                    <a:pt x="2657" y="20402"/>
                    <a:pt x="2673" y="20402"/>
                    <a:pt x="2689" y="20402"/>
                  </a:cubicBezTo>
                  <a:cubicBezTo>
                    <a:pt x="2801" y="20401"/>
                    <a:pt x="2914" y="20394"/>
                    <a:pt x="3025" y="20380"/>
                  </a:cubicBezTo>
                  <a:lnTo>
                    <a:pt x="9930" y="19519"/>
                  </a:lnTo>
                  <a:lnTo>
                    <a:pt x="5655" y="25013"/>
                  </a:lnTo>
                  <a:cubicBezTo>
                    <a:pt x="4743" y="26187"/>
                    <a:pt x="4955" y="27878"/>
                    <a:pt x="6129" y="28790"/>
                  </a:cubicBezTo>
                  <a:cubicBezTo>
                    <a:pt x="6600" y="29157"/>
                    <a:pt x="7179" y="29356"/>
                    <a:pt x="7776" y="29357"/>
                  </a:cubicBezTo>
                  <a:cubicBezTo>
                    <a:pt x="7889" y="29357"/>
                    <a:pt x="8001" y="29349"/>
                    <a:pt x="8112" y="29336"/>
                  </a:cubicBezTo>
                  <a:cubicBezTo>
                    <a:pt x="8821" y="29248"/>
                    <a:pt x="9465" y="28882"/>
                    <a:pt x="9903" y="28318"/>
                  </a:cubicBezTo>
                  <a:lnTo>
                    <a:pt x="14177" y="22824"/>
                  </a:lnTo>
                  <a:lnTo>
                    <a:pt x="15039" y="29729"/>
                  </a:lnTo>
                  <a:cubicBezTo>
                    <a:pt x="15207" y="31074"/>
                    <a:pt x="16350" y="32085"/>
                    <a:pt x="17706" y="32087"/>
                  </a:cubicBezTo>
                  <a:cubicBezTo>
                    <a:pt x="17853" y="32086"/>
                    <a:pt x="18000" y="32075"/>
                    <a:pt x="18145" y="32052"/>
                  </a:cubicBezTo>
                  <a:cubicBezTo>
                    <a:pt x="19569" y="31809"/>
                    <a:pt x="20553" y="30494"/>
                    <a:pt x="20383" y="29061"/>
                  </a:cubicBezTo>
                  <a:lnTo>
                    <a:pt x="19522" y="22156"/>
                  </a:lnTo>
                  <a:lnTo>
                    <a:pt x="25015" y="26432"/>
                  </a:lnTo>
                  <a:cubicBezTo>
                    <a:pt x="26190" y="27342"/>
                    <a:pt x="27881" y="27126"/>
                    <a:pt x="28790" y="25949"/>
                  </a:cubicBezTo>
                  <a:cubicBezTo>
                    <a:pt x="29696" y="24779"/>
                    <a:pt x="29486" y="23097"/>
                    <a:pt x="28321" y="22184"/>
                  </a:cubicBezTo>
                  <a:lnTo>
                    <a:pt x="22827" y="17909"/>
                  </a:lnTo>
                  <a:lnTo>
                    <a:pt x="29638" y="17060"/>
                  </a:lnTo>
                  <a:cubicBezTo>
                    <a:pt x="30972" y="16869"/>
                    <a:pt x="31993" y="15776"/>
                    <a:pt x="32092" y="14433"/>
                  </a:cubicBezTo>
                  <a:cubicBezTo>
                    <a:pt x="32122" y="12945"/>
                    <a:pt x="30940" y="11716"/>
                    <a:pt x="29452" y="11686"/>
                  </a:cubicBezTo>
                  <a:cubicBezTo>
                    <a:pt x="29436" y="11685"/>
                    <a:pt x="29420" y="11685"/>
                    <a:pt x="29404" y="11685"/>
                  </a:cubicBezTo>
                  <a:cubicBezTo>
                    <a:pt x="29292" y="11686"/>
                    <a:pt x="29179" y="11693"/>
                    <a:pt x="29068" y="11707"/>
                  </a:cubicBezTo>
                  <a:lnTo>
                    <a:pt x="22163" y="12569"/>
                  </a:lnTo>
                  <a:lnTo>
                    <a:pt x="26438" y="7075"/>
                  </a:lnTo>
                  <a:cubicBezTo>
                    <a:pt x="27350" y="5901"/>
                    <a:pt x="27139" y="4211"/>
                    <a:pt x="25966" y="3298"/>
                  </a:cubicBezTo>
                  <a:cubicBezTo>
                    <a:pt x="24794" y="2385"/>
                    <a:pt x="23103" y="2596"/>
                    <a:pt x="22190" y="3769"/>
                  </a:cubicBezTo>
                  <a:lnTo>
                    <a:pt x="17915" y="9263"/>
                  </a:lnTo>
                  <a:lnTo>
                    <a:pt x="17054" y="2358"/>
                  </a:lnTo>
                  <a:cubicBezTo>
                    <a:pt x="16886" y="1013"/>
                    <a:pt x="15745" y="3"/>
                    <a:pt x="14389" y="0"/>
                  </a:cubicBezTo>
                  <a:cubicBezTo>
                    <a:pt x="14246" y="1"/>
                    <a:pt x="14104" y="12"/>
                    <a:pt x="13963" y="33"/>
                  </a:cubicBezTo>
                  <a:cubicBezTo>
                    <a:pt x="12533" y="269"/>
                    <a:pt x="11542" y="1587"/>
                    <a:pt x="11712" y="3025"/>
                  </a:cubicBezTo>
                  <a:lnTo>
                    <a:pt x="12574" y="9930"/>
                  </a:ln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A9C07385-C736-6E47-1E25-D85A6D29AE19}"/>
                </a:ext>
              </a:extLst>
            </p:cNvPr>
            <p:cNvSpPr/>
            <p:nvPr/>
          </p:nvSpPr>
          <p:spPr>
            <a:xfrm>
              <a:off x="5830107" y="3056217"/>
              <a:ext cx="129452" cy="130115"/>
            </a:xfrm>
            <a:custGeom>
              <a:avLst/>
              <a:gdLst>
                <a:gd name="connsiteX0" fmla="*/ 125358 w 129452"/>
                <a:gd name="connsiteY0" fmla="*/ 47497 h 130115"/>
                <a:gd name="connsiteX1" fmla="*/ 121291 w 129452"/>
                <a:gd name="connsiteY1" fmla="*/ 42370 h 130115"/>
                <a:gd name="connsiteX2" fmla="*/ 120456 w 129452"/>
                <a:gd name="connsiteY2" fmla="*/ 35879 h 130115"/>
                <a:gd name="connsiteX3" fmla="*/ 119617 w 129452"/>
                <a:gd name="connsiteY3" fmla="*/ 29339 h 130115"/>
                <a:gd name="connsiteX4" fmla="*/ 113757 w 129452"/>
                <a:gd name="connsiteY4" fmla="*/ 26319 h 130115"/>
                <a:gd name="connsiteX5" fmla="*/ 96637 w 129452"/>
                <a:gd name="connsiteY5" fmla="*/ 22156 h 130115"/>
                <a:gd name="connsiteX6" fmla="*/ 90543 w 129452"/>
                <a:gd name="connsiteY6" fmla="*/ 22658 h 130115"/>
                <a:gd name="connsiteX7" fmla="*/ 75479 w 129452"/>
                <a:gd name="connsiteY7" fmla="*/ 3565 h 130115"/>
                <a:gd name="connsiteX8" fmla="*/ 69934 w 129452"/>
                <a:gd name="connsiteY8" fmla="*/ 0 h 130115"/>
                <a:gd name="connsiteX9" fmla="*/ 57811 w 129452"/>
                <a:gd name="connsiteY9" fmla="*/ 5062 h 130115"/>
                <a:gd name="connsiteX10" fmla="*/ 44814 w 129452"/>
                <a:gd name="connsiteY10" fmla="*/ 3133 h 130115"/>
                <a:gd name="connsiteX11" fmla="*/ 40316 w 129452"/>
                <a:gd name="connsiteY11" fmla="*/ 7953 h 130115"/>
                <a:gd name="connsiteX12" fmla="*/ 30406 w 129452"/>
                <a:gd name="connsiteY12" fmla="*/ 30164 h 130115"/>
                <a:gd name="connsiteX13" fmla="*/ 8749 w 129452"/>
                <a:gd name="connsiteY13" fmla="*/ 39417 h 130115"/>
                <a:gd name="connsiteX14" fmla="*/ 3809 w 129452"/>
                <a:gd name="connsiteY14" fmla="*/ 43783 h 130115"/>
                <a:gd name="connsiteX15" fmla="*/ 4601 w 129452"/>
                <a:gd name="connsiteY15" fmla="*/ 50329 h 130115"/>
                <a:gd name="connsiteX16" fmla="*/ 5387 w 129452"/>
                <a:gd name="connsiteY16" fmla="*/ 56827 h 130115"/>
                <a:gd name="connsiteX17" fmla="*/ 2704 w 129452"/>
                <a:gd name="connsiteY17" fmla="*/ 62795 h 130115"/>
                <a:gd name="connsiteX18" fmla="*/ 0 w 129452"/>
                <a:gd name="connsiteY18" fmla="*/ 68808 h 130115"/>
                <a:gd name="connsiteX19" fmla="*/ 3417 w 129452"/>
                <a:gd name="connsiteY19" fmla="*/ 74448 h 130115"/>
                <a:gd name="connsiteX20" fmla="*/ 20348 w 129452"/>
                <a:gd name="connsiteY20" fmla="*/ 89307 h 130115"/>
                <a:gd name="connsiteX21" fmla="*/ 22709 w 129452"/>
                <a:gd name="connsiteY21" fmla="*/ 113069 h 130115"/>
                <a:gd name="connsiteX22" fmla="*/ 25421 w 129452"/>
                <a:gd name="connsiteY22" fmla="*/ 119079 h 130115"/>
                <a:gd name="connsiteX23" fmla="*/ 31908 w 129452"/>
                <a:gd name="connsiteY23" fmla="*/ 120256 h 130115"/>
                <a:gd name="connsiteX24" fmla="*/ 38348 w 129452"/>
                <a:gd name="connsiteY24" fmla="*/ 121425 h 130115"/>
                <a:gd name="connsiteX25" fmla="*/ 43257 w 129452"/>
                <a:gd name="connsiteY25" fmla="*/ 125756 h 130115"/>
                <a:gd name="connsiteX26" fmla="*/ 48203 w 129452"/>
                <a:gd name="connsiteY26" fmla="*/ 130116 h 130115"/>
                <a:gd name="connsiteX27" fmla="*/ 54600 w 129452"/>
                <a:gd name="connsiteY27" fmla="*/ 128519 h 130115"/>
                <a:gd name="connsiteX28" fmla="*/ 71959 w 129452"/>
                <a:gd name="connsiteY28" fmla="*/ 118715 h 130115"/>
                <a:gd name="connsiteX29" fmla="*/ 91060 w 129452"/>
                <a:gd name="connsiteY29" fmla="*/ 123954 h 130115"/>
                <a:gd name="connsiteX30" fmla="*/ 97681 w 129452"/>
                <a:gd name="connsiteY30" fmla="*/ 123954 h 130115"/>
                <a:gd name="connsiteX31" fmla="*/ 101506 w 129452"/>
                <a:gd name="connsiteY31" fmla="*/ 118493 h 130115"/>
                <a:gd name="connsiteX32" fmla="*/ 105203 w 129452"/>
                <a:gd name="connsiteY32" fmla="*/ 113091 h 130115"/>
                <a:gd name="connsiteX33" fmla="*/ 111159 w 129452"/>
                <a:gd name="connsiteY33" fmla="*/ 110376 h 130115"/>
                <a:gd name="connsiteX34" fmla="*/ 117157 w 129452"/>
                <a:gd name="connsiteY34" fmla="*/ 107641 h 130115"/>
                <a:gd name="connsiteX35" fmla="*/ 118310 w 129452"/>
                <a:gd name="connsiteY35" fmla="*/ 101149 h 130115"/>
                <a:gd name="connsiteX36" fmla="*/ 114763 w 129452"/>
                <a:gd name="connsiteY36" fmla="*/ 77530 h 130115"/>
                <a:gd name="connsiteX37" fmla="*/ 127526 w 129452"/>
                <a:gd name="connsiteY37" fmla="*/ 58969 h 130115"/>
                <a:gd name="connsiteX38" fmla="*/ 129453 w 129452"/>
                <a:gd name="connsiteY38" fmla="*/ 52663 h 130115"/>
                <a:gd name="connsiteX39" fmla="*/ 101517 w 129452"/>
                <a:gd name="connsiteY39" fmla="*/ 70862 h 130115"/>
                <a:gd name="connsiteX40" fmla="*/ 93369 w 129452"/>
                <a:gd name="connsiteY40" fmla="*/ 72758 h 130115"/>
                <a:gd name="connsiteX41" fmla="*/ 93345 w 129452"/>
                <a:gd name="connsiteY41" fmla="*/ 72870 h 130115"/>
                <a:gd name="connsiteX42" fmla="*/ 105955 w 129452"/>
                <a:gd name="connsiteY42" fmla="*/ 98948 h 130115"/>
                <a:gd name="connsiteX43" fmla="*/ 96821 w 129452"/>
                <a:gd name="connsiteY43" fmla="*/ 103113 h 130115"/>
                <a:gd name="connsiteX44" fmla="*/ 91151 w 129452"/>
                <a:gd name="connsiteY44" fmla="*/ 111399 h 130115"/>
                <a:gd name="connsiteX45" fmla="*/ 91062 w 129452"/>
                <a:gd name="connsiteY45" fmla="*/ 111399 h 130115"/>
                <a:gd name="connsiteX46" fmla="*/ 69533 w 129452"/>
                <a:gd name="connsiteY46" fmla="*/ 98837 h 130115"/>
                <a:gd name="connsiteX47" fmla="*/ 69422 w 129452"/>
                <a:gd name="connsiteY47" fmla="*/ 98851 h 130115"/>
                <a:gd name="connsiteX48" fmla="*/ 51557 w 129452"/>
                <a:gd name="connsiteY48" fmla="*/ 116338 h 130115"/>
                <a:gd name="connsiteX49" fmla="*/ 44025 w 129452"/>
                <a:gd name="connsiteY49" fmla="*/ 109699 h 130115"/>
                <a:gd name="connsiteX50" fmla="*/ 34148 w 129452"/>
                <a:gd name="connsiteY50" fmla="*/ 107906 h 130115"/>
                <a:gd name="connsiteX51" fmla="*/ 39965 w 129452"/>
                <a:gd name="connsiteY51" fmla="*/ 79530 h 130115"/>
                <a:gd name="connsiteX52" fmla="*/ 39914 w 129452"/>
                <a:gd name="connsiteY52" fmla="*/ 79427 h 130115"/>
                <a:gd name="connsiteX53" fmla="*/ 14150 w 129452"/>
                <a:gd name="connsiteY53" fmla="*/ 67944 h 130115"/>
                <a:gd name="connsiteX54" fmla="*/ 18265 w 129452"/>
                <a:gd name="connsiteY54" fmla="*/ 58789 h 130115"/>
                <a:gd name="connsiteX55" fmla="*/ 17060 w 129452"/>
                <a:gd name="connsiteY55" fmla="*/ 48822 h 130115"/>
                <a:gd name="connsiteX56" fmla="*/ 33407 w 129452"/>
                <a:gd name="connsiteY56" fmla="*/ 42597 h 130115"/>
                <a:gd name="connsiteX57" fmla="*/ 37136 w 129452"/>
                <a:gd name="connsiteY57" fmla="*/ 42880 h 130115"/>
                <a:gd name="connsiteX58" fmla="*/ 46305 w 129452"/>
                <a:gd name="connsiteY58" fmla="*/ 46233 h 130115"/>
                <a:gd name="connsiteX59" fmla="*/ 46386 w 129452"/>
                <a:gd name="connsiteY59" fmla="*/ 46152 h 130115"/>
                <a:gd name="connsiteX60" fmla="*/ 49490 w 129452"/>
                <a:gd name="connsiteY60" fmla="*/ 16519 h 130115"/>
                <a:gd name="connsiteX61" fmla="*/ 59420 w 129452"/>
                <a:gd name="connsiteY61" fmla="*/ 17994 h 130115"/>
                <a:gd name="connsiteX62" fmla="*/ 68684 w 129452"/>
                <a:gd name="connsiteY62" fmla="*/ 14126 h 130115"/>
                <a:gd name="connsiteX63" fmla="*/ 78997 w 129452"/>
                <a:gd name="connsiteY63" fmla="*/ 42014 h 130115"/>
                <a:gd name="connsiteX64" fmla="*/ 79095 w 129452"/>
                <a:gd name="connsiteY64" fmla="*/ 42072 h 130115"/>
                <a:gd name="connsiteX65" fmla="*/ 96630 w 129452"/>
                <a:gd name="connsiteY65" fmla="*/ 34710 h 130115"/>
                <a:gd name="connsiteX66" fmla="*/ 107998 w 129452"/>
                <a:gd name="connsiteY66" fmla="*/ 37480 h 130115"/>
                <a:gd name="connsiteX67" fmla="*/ 109278 w 129452"/>
                <a:gd name="connsiteY67" fmla="*/ 47436 h 130115"/>
                <a:gd name="connsiteX68" fmla="*/ 115517 w 129452"/>
                <a:gd name="connsiteY68" fmla="*/ 55300 h 130115"/>
                <a:gd name="connsiteX69" fmla="*/ 101514 w 129452"/>
                <a:gd name="connsiteY69" fmla="*/ 70862 h 1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29452" h="130115">
                  <a:moveTo>
                    <a:pt x="125358" y="47497"/>
                  </a:moveTo>
                  <a:lnTo>
                    <a:pt x="121291" y="42370"/>
                  </a:lnTo>
                  <a:lnTo>
                    <a:pt x="120456" y="35879"/>
                  </a:lnTo>
                  <a:lnTo>
                    <a:pt x="119617" y="29339"/>
                  </a:lnTo>
                  <a:lnTo>
                    <a:pt x="113757" y="26319"/>
                  </a:lnTo>
                  <a:cubicBezTo>
                    <a:pt x="108461" y="23593"/>
                    <a:pt x="102593" y="22166"/>
                    <a:pt x="96637" y="22156"/>
                  </a:cubicBezTo>
                  <a:cubicBezTo>
                    <a:pt x="94595" y="22155"/>
                    <a:pt x="92557" y="22323"/>
                    <a:pt x="90543" y="22658"/>
                  </a:cubicBezTo>
                  <a:cubicBezTo>
                    <a:pt x="87802" y="14786"/>
                    <a:pt x="82497" y="8062"/>
                    <a:pt x="75479" y="3565"/>
                  </a:cubicBezTo>
                  <a:lnTo>
                    <a:pt x="69934" y="0"/>
                  </a:lnTo>
                  <a:lnTo>
                    <a:pt x="57811" y="5062"/>
                  </a:lnTo>
                  <a:lnTo>
                    <a:pt x="44814" y="3133"/>
                  </a:lnTo>
                  <a:lnTo>
                    <a:pt x="40316" y="7953"/>
                  </a:lnTo>
                  <a:cubicBezTo>
                    <a:pt x="34619" y="14039"/>
                    <a:pt x="31130" y="21860"/>
                    <a:pt x="30406" y="30164"/>
                  </a:cubicBezTo>
                  <a:cubicBezTo>
                    <a:pt x="22377" y="30826"/>
                    <a:pt x="14777" y="34072"/>
                    <a:pt x="8749" y="39417"/>
                  </a:cubicBezTo>
                  <a:lnTo>
                    <a:pt x="3809" y="43783"/>
                  </a:lnTo>
                  <a:lnTo>
                    <a:pt x="4601" y="50329"/>
                  </a:lnTo>
                  <a:lnTo>
                    <a:pt x="5387" y="56827"/>
                  </a:lnTo>
                  <a:lnTo>
                    <a:pt x="2704" y="62795"/>
                  </a:lnTo>
                  <a:lnTo>
                    <a:pt x="0" y="68808"/>
                  </a:lnTo>
                  <a:lnTo>
                    <a:pt x="3417" y="74448"/>
                  </a:lnTo>
                  <a:cubicBezTo>
                    <a:pt x="7391" y="81030"/>
                    <a:pt x="13305" y="86221"/>
                    <a:pt x="20348" y="89307"/>
                  </a:cubicBezTo>
                  <a:cubicBezTo>
                    <a:pt x="18504" y="97272"/>
                    <a:pt x="19333" y="105623"/>
                    <a:pt x="22709" y="113069"/>
                  </a:cubicBezTo>
                  <a:lnTo>
                    <a:pt x="25421" y="119079"/>
                  </a:lnTo>
                  <a:lnTo>
                    <a:pt x="31908" y="120256"/>
                  </a:lnTo>
                  <a:lnTo>
                    <a:pt x="38348" y="121425"/>
                  </a:lnTo>
                  <a:lnTo>
                    <a:pt x="43257" y="125756"/>
                  </a:lnTo>
                  <a:lnTo>
                    <a:pt x="48203" y="130116"/>
                  </a:lnTo>
                  <a:lnTo>
                    <a:pt x="54600" y="128519"/>
                  </a:lnTo>
                  <a:cubicBezTo>
                    <a:pt x="61169" y="126887"/>
                    <a:pt x="67169" y="123498"/>
                    <a:pt x="71959" y="118715"/>
                  </a:cubicBezTo>
                  <a:cubicBezTo>
                    <a:pt x="77737" y="122151"/>
                    <a:pt x="84337" y="123962"/>
                    <a:pt x="91060" y="123954"/>
                  </a:cubicBezTo>
                  <a:lnTo>
                    <a:pt x="97681" y="123954"/>
                  </a:lnTo>
                  <a:lnTo>
                    <a:pt x="101506" y="118493"/>
                  </a:lnTo>
                  <a:lnTo>
                    <a:pt x="105203" y="113091"/>
                  </a:lnTo>
                  <a:lnTo>
                    <a:pt x="111159" y="110376"/>
                  </a:lnTo>
                  <a:lnTo>
                    <a:pt x="117157" y="107641"/>
                  </a:lnTo>
                  <a:lnTo>
                    <a:pt x="118310" y="101149"/>
                  </a:lnTo>
                  <a:cubicBezTo>
                    <a:pt x="119755" y="93101"/>
                    <a:pt x="118508" y="84800"/>
                    <a:pt x="114763" y="77530"/>
                  </a:cubicBezTo>
                  <a:cubicBezTo>
                    <a:pt x="120832" y="72810"/>
                    <a:pt x="125291" y="66326"/>
                    <a:pt x="127526" y="58969"/>
                  </a:cubicBezTo>
                  <a:lnTo>
                    <a:pt x="129453" y="52663"/>
                  </a:lnTo>
                  <a:close/>
                  <a:moveTo>
                    <a:pt x="101517" y="70862"/>
                  </a:moveTo>
                  <a:cubicBezTo>
                    <a:pt x="98929" y="71954"/>
                    <a:pt x="96174" y="72596"/>
                    <a:pt x="93369" y="72758"/>
                  </a:cubicBezTo>
                  <a:cubicBezTo>
                    <a:pt x="93252" y="72765"/>
                    <a:pt x="93244" y="72814"/>
                    <a:pt x="93345" y="72870"/>
                  </a:cubicBezTo>
                  <a:cubicBezTo>
                    <a:pt x="102763" y="77904"/>
                    <a:pt x="107858" y="88439"/>
                    <a:pt x="105955" y="98948"/>
                  </a:cubicBezTo>
                  <a:lnTo>
                    <a:pt x="96821" y="103113"/>
                  </a:lnTo>
                  <a:lnTo>
                    <a:pt x="91151" y="111399"/>
                  </a:lnTo>
                  <a:lnTo>
                    <a:pt x="91062" y="111399"/>
                  </a:lnTo>
                  <a:cubicBezTo>
                    <a:pt x="82134" y="111440"/>
                    <a:pt x="73889" y="106629"/>
                    <a:pt x="69533" y="98837"/>
                  </a:cubicBezTo>
                  <a:cubicBezTo>
                    <a:pt x="69492" y="98767"/>
                    <a:pt x="69443" y="98775"/>
                    <a:pt x="69422" y="98851"/>
                  </a:cubicBezTo>
                  <a:cubicBezTo>
                    <a:pt x="67104" y="107503"/>
                    <a:pt x="60257" y="114205"/>
                    <a:pt x="51557" y="116338"/>
                  </a:cubicBezTo>
                  <a:lnTo>
                    <a:pt x="44025" y="109699"/>
                  </a:lnTo>
                  <a:lnTo>
                    <a:pt x="34148" y="107906"/>
                  </a:lnTo>
                  <a:cubicBezTo>
                    <a:pt x="29722" y="98187"/>
                    <a:pt x="32072" y="86723"/>
                    <a:pt x="39965" y="79530"/>
                  </a:cubicBezTo>
                  <a:cubicBezTo>
                    <a:pt x="40052" y="79450"/>
                    <a:pt x="40028" y="79404"/>
                    <a:pt x="39914" y="79427"/>
                  </a:cubicBezTo>
                  <a:cubicBezTo>
                    <a:pt x="29768" y="81379"/>
                    <a:pt x="19481" y="76795"/>
                    <a:pt x="14150" y="67944"/>
                  </a:cubicBezTo>
                  <a:lnTo>
                    <a:pt x="18265" y="58789"/>
                  </a:lnTo>
                  <a:lnTo>
                    <a:pt x="17060" y="48822"/>
                  </a:lnTo>
                  <a:cubicBezTo>
                    <a:pt x="21566" y="44820"/>
                    <a:pt x="27380" y="42606"/>
                    <a:pt x="33407" y="42597"/>
                  </a:cubicBezTo>
                  <a:cubicBezTo>
                    <a:pt x="34655" y="42597"/>
                    <a:pt x="35902" y="42692"/>
                    <a:pt x="37136" y="42880"/>
                  </a:cubicBezTo>
                  <a:cubicBezTo>
                    <a:pt x="40385" y="43373"/>
                    <a:pt x="43504" y="44513"/>
                    <a:pt x="46305" y="46233"/>
                  </a:cubicBezTo>
                  <a:cubicBezTo>
                    <a:pt x="46421" y="46304"/>
                    <a:pt x="46457" y="46268"/>
                    <a:pt x="46386" y="46152"/>
                  </a:cubicBezTo>
                  <a:cubicBezTo>
                    <a:pt x="40660" y="36696"/>
                    <a:pt x="41929" y="24584"/>
                    <a:pt x="49490" y="16519"/>
                  </a:cubicBezTo>
                  <a:lnTo>
                    <a:pt x="59420" y="17994"/>
                  </a:lnTo>
                  <a:lnTo>
                    <a:pt x="68684" y="14126"/>
                  </a:lnTo>
                  <a:cubicBezTo>
                    <a:pt x="77969" y="20072"/>
                    <a:pt x="82180" y="31458"/>
                    <a:pt x="78997" y="42014"/>
                  </a:cubicBezTo>
                  <a:cubicBezTo>
                    <a:pt x="78958" y="42140"/>
                    <a:pt x="79002" y="42168"/>
                    <a:pt x="79095" y="42072"/>
                  </a:cubicBezTo>
                  <a:cubicBezTo>
                    <a:pt x="83719" y="37371"/>
                    <a:pt x="90035" y="34719"/>
                    <a:pt x="96630" y="34710"/>
                  </a:cubicBezTo>
                  <a:cubicBezTo>
                    <a:pt x="100586" y="34715"/>
                    <a:pt x="104483" y="35664"/>
                    <a:pt x="107998" y="37480"/>
                  </a:cubicBezTo>
                  <a:lnTo>
                    <a:pt x="109278" y="47436"/>
                  </a:lnTo>
                  <a:lnTo>
                    <a:pt x="115517" y="55300"/>
                  </a:lnTo>
                  <a:cubicBezTo>
                    <a:pt x="113396" y="62312"/>
                    <a:pt x="108264" y="68015"/>
                    <a:pt x="101514" y="70862"/>
                  </a:cubicBez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CAA81310-9C5A-5CC3-D8FE-88EA77106E22}"/>
                </a:ext>
              </a:extLst>
            </p:cNvPr>
            <p:cNvSpPr/>
            <p:nvPr/>
          </p:nvSpPr>
          <p:spPr>
            <a:xfrm>
              <a:off x="5807215" y="3216719"/>
              <a:ext cx="29596" cy="29594"/>
            </a:xfrm>
            <a:custGeom>
              <a:avLst/>
              <a:gdLst>
                <a:gd name="connsiteX0" fmla="*/ 6527 w 29596"/>
                <a:gd name="connsiteY0" fmla="*/ 5217 h 29594"/>
                <a:gd name="connsiteX1" fmla="*/ 3044 w 29596"/>
                <a:gd name="connsiteY1" fmla="*/ 5652 h 29594"/>
                <a:gd name="connsiteX2" fmla="*/ 3479 w 29596"/>
                <a:gd name="connsiteY2" fmla="*/ 9134 h 29594"/>
                <a:gd name="connsiteX3" fmla="*/ 8544 w 29596"/>
                <a:gd name="connsiteY3" fmla="*/ 13077 h 29594"/>
                <a:gd name="connsiteX4" fmla="*/ 2297 w 29596"/>
                <a:gd name="connsiteY4" fmla="*/ 13855 h 29594"/>
                <a:gd name="connsiteX5" fmla="*/ 0 w 29596"/>
                <a:gd name="connsiteY5" fmla="*/ 16389 h 29594"/>
                <a:gd name="connsiteX6" fmla="*/ 2479 w 29596"/>
                <a:gd name="connsiteY6" fmla="*/ 18816 h 29594"/>
                <a:gd name="connsiteX7" fmla="*/ 2793 w 29596"/>
                <a:gd name="connsiteY7" fmla="*/ 18796 h 29594"/>
                <a:gd name="connsiteX8" fmla="*/ 9162 w 29596"/>
                <a:gd name="connsiteY8" fmla="*/ 18002 h 29594"/>
                <a:gd name="connsiteX9" fmla="*/ 5219 w 29596"/>
                <a:gd name="connsiteY9" fmla="*/ 23068 h 29594"/>
                <a:gd name="connsiteX10" fmla="*/ 5656 w 29596"/>
                <a:gd name="connsiteY10" fmla="*/ 26552 h 29594"/>
                <a:gd name="connsiteX11" fmla="*/ 7174 w 29596"/>
                <a:gd name="connsiteY11" fmla="*/ 27074 h 29594"/>
                <a:gd name="connsiteX12" fmla="*/ 7485 w 29596"/>
                <a:gd name="connsiteY12" fmla="*/ 27054 h 29594"/>
                <a:gd name="connsiteX13" fmla="*/ 9136 w 29596"/>
                <a:gd name="connsiteY13" fmla="*/ 26116 h 29594"/>
                <a:gd name="connsiteX14" fmla="*/ 13078 w 29596"/>
                <a:gd name="connsiteY14" fmla="*/ 21050 h 29594"/>
                <a:gd name="connsiteX15" fmla="*/ 13873 w 29596"/>
                <a:gd name="connsiteY15" fmla="*/ 27419 h 29594"/>
                <a:gd name="connsiteX16" fmla="*/ 16332 w 29596"/>
                <a:gd name="connsiteY16" fmla="*/ 29595 h 29594"/>
                <a:gd name="connsiteX17" fmla="*/ 18059 w 29596"/>
                <a:gd name="connsiteY17" fmla="*/ 28754 h 29594"/>
                <a:gd name="connsiteX18" fmla="*/ 18737 w 29596"/>
                <a:gd name="connsiteY18" fmla="*/ 26314 h 29594"/>
                <a:gd name="connsiteX19" fmla="*/ 18004 w 29596"/>
                <a:gd name="connsiteY19" fmla="*/ 20435 h 29594"/>
                <a:gd name="connsiteX20" fmla="*/ 23070 w 29596"/>
                <a:gd name="connsiteY20" fmla="*/ 24378 h 29594"/>
                <a:gd name="connsiteX21" fmla="*/ 24594 w 29596"/>
                <a:gd name="connsiteY21" fmla="*/ 24901 h 29594"/>
                <a:gd name="connsiteX22" fmla="*/ 24901 w 29596"/>
                <a:gd name="connsiteY22" fmla="*/ 24882 h 29594"/>
                <a:gd name="connsiteX23" fmla="*/ 27057 w 29596"/>
                <a:gd name="connsiteY23" fmla="*/ 22112 h 29594"/>
                <a:gd name="connsiteX24" fmla="*/ 26118 w 29596"/>
                <a:gd name="connsiteY24" fmla="*/ 20460 h 29594"/>
                <a:gd name="connsiteX25" fmla="*/ 21053 w 29596"/>
                <a:gd name="connsiteY25" fmla="*/ 16519 h 29594"/>
                <a:gd name="connsiteX26" fmla="*/ 27301 w 29596"/>
                <a:gd name="connsiteY26" fmla="*/ 15740 h 29594"/>
                <a:gd name="connsiteX27" fmla="*/ 29596 w 29596"/>
                <a:gd name="connsiteY27" fmla="*/ 13204 h 29594"/>
                <a:gd name="connsiteX28" fmla="*/ 27118 w 29596"/>
                <a:gd name="connsiteY28" fmla="*/ 10778 h 29594"/>
                <a:gd name="connsiteX29" fmla="*/ 26804 w 29596"/>
                <a:gd name="connsiteY29" fmla="*/ 10798 h 29594"/>
                <a:gd name="connsiteX30" fmla="*/ 20435 w 29596"/>
                <a:gd name="connsiteY30" fmla="*/ 11594 h 29594"/>
                <a:gd name="connsiteX31" fmla="*/ 24292 w 29596"/>
                <a:gd name="connsiteY31" fmla="*/ 6635 h 29594"/>
                <a:gd name="connsiteX32" fmla="*/ 23965 w 29596"/>
                <a:gd name="connsiteY32" fmla="*/ 3061 h 29594"/>
                <a:gd name="connsiteX33" fmla="*/ 20477 w 29596"/>
                <a:gd name="connsiteY33" fmla="*/ 3457 h 29594"/>
                <a:gd name="connsiteX34" fmla="*/ 20460 w 29596"/>
                <a:gd name="connsiteY34" fmla="*/ 3479 h 29594"/>
                <a:gd name="connsiteX35" fmla="*/ 16518 w 29596"/>
                <a:gd name="connsiteY35" fmla="*/ 8543 h 29594"/>
                <a:gd name="connsiteX36" fmla="*/ 15724 w 29596"/>
                <a:gd name="connsiteY36" fmla="*/ 2175 h 29594"/>
                <a:gd name="connsiteX37" fmla="*/ 13262 w 29596"/>
                <a:gd name="connsiteY37" fmla="*/ 0 h 29594"/>
                <a:gd name="connsiteX38" fmla="*/ 12906 w 29596"/>
                <a:gd name="connsiteY38" fmla="*/ 24 h 29594"/>
                <a:gd name="connsiteX39" fmla="*/ 10808 w 29596"/>
                <a:gd name="connsiteY39" fmla="*/ 2872 h 29594"/>
                <a:gd name="connsiteX40" fmla="*/ 11592 w 29596"/>
                <a:gd name="connsiteY40" fmla="*/ 9158 h 2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9596" h="29594">
                  <a:moveTo>
                    <a:pt x="6527" y="5217"/>
                  </a:moveTo>
                  <a:cubicBezTo>
                    <a:pt x="5445" y="4376"/>
                    <a:pt x="3886" y="4570"/>
                    <a:pt x="3044" y="5652"/>
                  </a:cubicBezTo>
                  <a:cubicBezTo>
                    <a:pt x="2203" y="6733"/>
                    <a:pt x="2397" y="8292"/>
                    <a:pt x="3479" y="9134"/>
                  </a:cubicBezTo>
                  <a:lnTo>
                    <a:pt x="8544" y="13077"/>
                  </a:lnTo>
                  <a:lnTo>
                    <a:pt x="2297" y="13855"/>
                  </a:lnTo>
                  <a:cubicBezTo>
                    <a:pt x="1016" y="14028"/>
                    <a:pt x="46" y="15097"/>
                    <a:pt x="0" y="16389"/>
                  </a:cubicBezTo>
                  <a:cubicBezTo>
                    <a:pt x="31" y="17736"/>
                    <a:pt x="1130" y="18813"/>
                    <a:pt x="2479" y="18816"/>
                  </a:cubicBezTo>
                  <a:cubicBezTo>
                    <a:pt x="2583" y="18816"/>
                    <a:pt x="2688" y="18810"/>
                    <a:pt x="2793" y="18796"/>
                  </a:cubicBezTo>
                  <a:lnTo>
                    <a:pt x="9162" y="18002"/>
                  </a:lnTo>
                  <a:lnTo>
                    <a:pt x="5219" y="23068"/>
                  </a:lnTo>
                  <a:cubicBezTo>
                    <a:pt x="4378" y="24151"/>
                    <a:pt x="4573" y="25710"/>
                    <a:pt x="5656" y="26552"/>
                  </a:cubicBezTo>
                  <a:cubicBezTo>
                    <a:pt x="6090" y="26890"/>
                    <a:pt x="6624" y="27073"/>
                    <a:pt x="7174" y="27074"/>
                  </a:cubicBezTo>
                  <a:cubicBezTo>
                    <a:pt x="7279" y="27074"/>
                    <a:pt x="7382" y="27068"/>
                    <a:pt x="7485" y="27054"/>
                  </a:cubicBezTo>
                  <a:cubicBezTo>
                    <a:pt x="8138" y="26974"/>
                    <a:pt x="8733" y="26637"/>
                    <a:pt x="9136" y="26116"/>
                  </a:cubicBezTo>
                  <a:lnTo>
                    <a:pt x="13078" y="21050"/>
                  </a:lnTo>
                  <a:lnTo>
                    <a:pt x="13873" y="27419"/>
                  </a:lnTo>
                  <a:cubicBezTo>
                    <a:pt x="14027" y="28660"/>
                    <a:pt x="15081" y="29592"/>
                    <a:pt x="16332" y="29595"/>
                  </a:cubicBezTo>
                  <a:cubicBezTo>
                    <a:pt x="17007" y="29601"/>
                    <a:pt x="17647" y="29290"/>
                    <a:pt x="18059" y="28754"/>
                  </a:cubicBezTo>
                  <a:cubicBezTo>
                    <a:pt x="18569" y="28048"/>
                    <a:pt x="18810" y="27182"/>
                    <a:pt x="18737" y="26314"/>
                  </a:cubicBezTo>
                  <a:lnTo>
                    <a:pt x="18004" y="20435"/>
                  </a:lnTo>
                  <a:lnTo>
                    <a:pt x="23070" y="24378"/>
                  </a:lnTo>
                  <a:cubicBezTo>
                    <a:pt x="23505" y="24718"/>
                    <a:pt x="24042" y="24902"/>
                    <a:pt x="24594" y="24901"/>
                  </a:cubicBezTo>
                  <a:cubicBezTo>
                    <a:pt x="24697" y="24901"/>
                    <a:pt x="24799" y="24895"/>
                    <a:pt x="24901" y="24882"/>
                  </a:cubicBezTo>
                  <a:cubicBezTo>
                    <a:pt x="26261" y="24713"/>
                    <a:pt x="27227" y="23472"/>
                    <a:pt x="27057" y="22112"/>
                  </a:cubicBezTo>
                  <a:cubicBezTo>
                    <a:pt x="26976" y="21458"/>
                    <a:pt x="26638" y="20864"/>
                    <a:pt x="26118" y="20460"/>
                  </a:cubicBezTo>
                  <a:lnTo>
                    <a:pt x="21053" y="16519"/>
                  </a:lnTo>
                  <a:lnTo>
                    <a:pt x="27301" y="15740"/>
                  </a:lnTo>
                  <a:cubicBezTo>
                    <a:pt x="28582" y="15567"/>
                    <a:pt x="29552" y="14496"/>
                    <a:pt x="29596" y="13204"/>
                  </a:cubicBezTo>
                  <a:cubicBezTo>
                    <a:pt x="29565" y="11857"/>
                    <a:pt x="28466" y="10780"/>
                    <a:pt x="27118" y="10778"/>
                  </a:cubicBezTo>
                  <a:cubicBezTo>
                    <a:pt x="27013" y="10778"/>
                    <a:pt x="26908" y="10785"/>
                    <a:pt x="26804" y="10798"/>
                  </a:cubicBezTo>
                  <a:lnTo>
                    <a:pt x="20435" y="11594"/>
                  </a:lnTo>
                  <a:lnTo>
                    <a:pt x="24292" y="6635"/>
                  </a:lnTo>
                  <a:cubicBezTo>
                    <a:pt x="25147" y="5545"/>
                    <a:pt x="25003" y="3978"/>
                    <a:pt x="23965" y="3061"/>
                  </a:cubicBezTo>
                  <a:cubicBezTo>
                    <a:pt x="22893" y="2207"/>
                    <a:pt x="21331" y="2384"/>
                    <a:pt x="20477" y="3457"/>
                  </a:cubicBezTo>
                  <a:cubicBezTo>
                    <a:pt x="20471" y="3464"/>
                    <a:pt x="20465" y="3471"/>
                    <a:pt x="20460" y="3479"/>
                  </a:cubicBezTo>
                  <a:lnTo>
                    <a:pt x="16518" y="8543"/>
                  </a:lnTo>
                  <a:lnTo>
                    <a:pt x="15724" y="2175"/>
                  </a:lnTo>
                  <a:cubicBezTo>
                    <a:pt x="15568" y="933"/>
                    <a:pt x="14513" y="2"/>
                    <a:pt x="13262" y="0"/>
                  </a:cubicBezTo>
                  <a:cubicBezTo>
                    <a:pt x="13143" y="0"/>
                    <a:pt x="13024" y="8"/>
                    <a:pt x="12906" y="24"/>
                  </a:cubicBezTo>
                  <a:cubicBezTo>
                    <a:pt x="11559" y="263"/>
                    <a:pt x="10637" y="1515"/>
                    <a:pt x="10808" y="2872"/>
                  </a:cubicBezTo>
                  <a:lnTo>
                    <a:pt x="11592" y="9158"/>
                  </a:ln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34E95153-779E-57AC-7D90-6034447E8B10}"/>
                </a:ext>
              </a:extLst>
            </p:cNvPr>
            <p:cNvSpPr/>
            <p:nvPr/>
          </p:nvSpPr>
          <p:spPr>
            <a:xfrm>
              <a:off x="5760676" y="3169480"/>
              <a:ext cx="121565" cy="122159"/>
            </a:xfrm>
            <a:custGeom>
              <a:avLst/>
              <a:gdLst>
                <a:gd name="connsiteX0" fmla="*/ 117467 w 121565"/>
                <a:gd name="connsiteY0" fmla="*/ 44296 h 122159"/>
                <a:gd name="connsiteX1" fmla="*/ 113885 w 121565"/>
                <a:gd name="connsiteY1" fmla="*/ 39780 h 122159"/>
                <a:gd name="connsiteX2" fmla="*/ 113150 w 121565"/>
                <a:gd name="connsiteY2" fmla="*/ 34063 h 122159"/>
                <a:gd name="connsiteX3" fmla="*/ 112312 w 121565"/>
                <a:gd name="connsiteY3" fmla="*/ 27522 h 122159"/>
                <a:gd name="connsiteX4" fmla="*/ 106452 w 121565"/>
                <a:gd name="connsiteY4" fmla="*/ 24502 h 122159"/>
                <a:gd name="connsiteX5" fmla="*/ 90219 w 121565"/>
                <a:gd name="connsiteY5" fmla="*/ 20554 h 122159"/>
                <a:gd name="connsiteX6" fmla="*/ 85245 w 121565"/>
                <a:gd name="connsiteY6" fmla="*/ 20907 h 122159"/>
                <a:gd name="connsiteX7" fmla="*/ 71237 w 121565"/>
                <a:gd name="connsiteY7" fmla="*/ 3566 h 122159"/>
                <a:gd name="connsiteX8" fmla="*/ 65692 w 121565"/>
                <a:gd name="connsiteY8" fmla="*/ 0 h 122159"/>
                <a:gd name="connsiteX9" fmla="*/ 54290 w 121565"/>
                <a:gd name="connsiteY9" fmla="*/ 4762 h 122159"/>
                <a:gd name="connsiteX10" fmla="*/ 42067 w 121565"/>
                <a:gd name="connsiteY10" fmla="*/ 2947 h 122159"/>
                <a:gd name="connsiteX11" fmla="*/ 37568 w 121565"/>
                <a:gd name="connsiteY11" fmla="*/ 7768 h 122159"/>
                <a:gd name="connsiteX12" fmla="*/ 28250 w 121565"/>
                <a:gd name="connsiteY12" fmla="*/ 28019 h 122159"/>
                <a:gd name="connsiteX13" fmla="*/ 8522 w 121565"/>
                <a:gd name="connsiteY13" fmla="*/ 36718 h 122159"/>
                <a:gd name="connsiteX14" fmla="*/ 3583 w 121565"/>
                <a:gd name="connsiteY14" fmla="*/ 41086 h 122159"/>
                <a:gd name="connsiteX15" fmla="*/ 4376 w 121565"/>
                <a:gd name="connsiteY15" fmla="*/ 47631 h 122159"/>
                <a:gd name="connsiteX16" fmla="*/ 5066 w 121565"/>
                <a:gd name="connsiteY16" fmla="*/ 53352 h 122159"/>
                <a:gd name="connsiteX17" fmla="*/ 2703 w 121565"/>
                <a:gd name="connsiteY17" fmla="*/ 58609 h 122159"/>
                <a:gd name="connsiteX18" fmla="*/ 0 w 121565"/>
                <a:gd name="connsiteY18" fmla="*/ 64624 h 122159"/>
                <a:gd name="connsiteX19" fmla="*/ 3417 w 121565"/>
                <a:gd name="connsiteY19" fmla="*/ 70263 h 122159"/>
                <a:gd name="connsiteX20" fmla="*/ 18742 w 121565"/>
                <a:gd name="connsiteY20" fmla="*/ 84021 h 122159"/>
                <a:gd name="connsiteX21" fmla="*/ 21154 w 121565"/>
                <a:gd name="connsiteY21" fmla="*/ 105773 h 122159"/>
                <a:gd name="connsiteX22" fmla="*/ 23866 w 121565"/>
                <a:gd name="connsiteY22" fmla="*/ 111780 h 122159"/>
                <a:gd name="connsiteX23" fmla="*/ 30351 w 121565"/>
                <a:gd name="connsiteY23" fmla="*/ 112959 h 122159"/>
                <a:gd name="connsiteX24" fmla="*/ 36024 w 121565"/>
                <a:gd name="connsiteY24" fmla="*/ 113990 h 122159"/>
                <a:gd name="connsiteX25" fmla="*/ 40348 w 121565"/>
                <a:gd name="connsiteY25" fmla="*/ 117801 h 122159"/>
                <a:gd name="connsiteX26" fmla="*/ 45294 w 121565"/>
                <a:gd name="connsiteY26" fmla="*/ 122159 h 122159"/>
                <a:gd name="connsiteX27" fmla="*/ 51690 w 121565"/>
                <a:gd name="connsiteY27" fmla="*/ 120563 h 122159"/>
                <a:gd name="connsiteX28" fmla="*/ 67613 w 121565"/>
                <a:gd name="connsiteY28" fmla="*/ 111793 h 122159"/>
                <a:gd name="connsiteX29" fmla="*/ 85076 w 121565"/>
                <a:gd name="connsiteY29" fmla="*/ 116382 h 122159"/>
                <a:gd name="connsiteX30" fmla="*/ 91696 w 121565"/>
                <a:gd name="connsiteY30" fmla="*/ 116382 h 122159"/>
                <a:gd name="connsiteX31" fmla="*/ 95516 w 121565"/>
                <a:gd name="connsiteY31" fmla="*/ 110921 h 122159"/>
                <a:gd name="connsiteX32" fmla="*/ 98772 w 121565"/>
                <a:gd name="connsiteY32" fmla="*/ 106165 h 122159"/>
                <a:gd name="connsiteX33" fmla="*/ 104016 w 121565"/>
                <a:gd name="connsiteY33" fmla="*/ 103775 h 122159"/>
                <a:gd name="connsiteX34" fmla="*/ 110016 w 121565"/>
                <a:gd name="connsiteY34" fmla="*/ 101039 h 122159"/>
                <a:gd name="connsiteX35" fmla="*/ 111168 w 121565"/>
                <a:gd name="connsiteY35" fmla="*/ 94546 h 122159"/>
                <a:gd name="connsiteX36" fmla="*/ 108163 w 121565"/>
                <a:gd name="connsiteY36" fmla="*/ 72871 h 122159"/>
                <a:gd name="connsiteX37" fmla="*/ 119638 w 121565"/>
                <a:gd name="connsiteY37" fmla="*/ 55767 h 122159"/>
                <a:gd name="connsiteX38" fmla="*/ 121566 w 121565"/>
                <a:gd name="connsiteY38" fmla="*/ 49463 h 122159"/>
                <a:gd name="connsiteX39" fmla="*/ 94716 w 121565"/>
                <a:gd name="connsiteY39" fmla="*/ 66448 h 122159"/>
                <a:gd name="connsiteX40" fmla="*/ 87217 w 121565"/>
                <a:gd name="connsiteY40" fmla="*/ 68198 h 122159"/>
                <a:gd name="connsiteX41" fmla="*/ 87192 w 121565"/>
                <a:gd name="connsiteY41" fmla="*/ 68309 h 122159"/>
                <a:gd name="connsiteX42" fmla="*/ 98808 w 121565"/>
                <a:gd name="connsiteY42" fmla="*/ 92349 h 122159"/>
                <a:gd name="connsiteX43" fmla="*/ 90385 w 121565"/>
                <a:gd name="connsiteY43" fmla="*/ 96189 h 122159"/>
                <a:gd name="connsiteX44" fmla="*/ 85156 w 121565"/>
                <a:gd name="connsiteY44" fmla="*/ 103828 h 122159"/>
                <a:gd name="connsiteX45" fmla="*/ 85075 w 121565"/>
                <a:gd name="connsiteY45" fmla="*/ 103828 h 122159"/>
                <a:gd name="connsiteX46" fmla="*/ 65230 w 121565"/>
                <a:gd name="connsiteY46" fmla="*/ 92255 h 122159"/>
                <a:gd name="connsiteX47" fmla="*/ 65120 w 121565"/>
                <a:gd name="connsiteY47" fmla="*/ 92269 h 122159"/>
                <a:gd name="connsiteX48" fmla="*/ 48648 w 121565"/>
                <a:gd name="connsiteY48" fmla="*/ 108381 h 122159"/>
                <a:gd name="connsiteX49" fmla="*/ 41703 w 121565"/>
                <a:gd name="connsiteY49" fmla="*/ 102261 h 122159"/>
                <a:gd name="connsiteX50" fmla="*/ 32598 w 121565"/>
                <a:gd name="connsiteY50" fmla="*/ 100608 h 122159"/>
                <a:gd name="connsiteX51" fmla="*/ 37950 w 121565"/>
                <a:gd name="connsiteY51" fmla="*/ 74450 h 122159"/>
                <a:gd name="connsiteX52" fmla="*/ 37899 w 121565"/>
                <a:gd name="connsiteY52" fmla="*/ 74348 h 122159"/>
                <a:gd name="connsiteX53" fmla="*/ 14152 w 121565"/>
                <a:gd name="connsiteY53" fmla="*/ 63754 h 122159"/>
                <a:gd name="connsiteX54" fmla="*/ 17948 w 121565"/>
                <a:gd name="connsiteY54" fmla="*/ 55310 h 122159"/>
                <a:gd name="connsiteX55" fmla="*/ 16836 w 121565"/>
                <a:gd name="connsiteY55" fmla="*/ 46120 h 122159"/>
                <a:gd name="connsiteX56" fmla="*/ 43789 w 121565"/>
                <a:gd name="connsiteY56" fmla="*/ 43721 h 122159"/>
                <a:gd name="connsiteX57" fmla="*/ 43871 w 121565"/>
                <a:gd name="connsiteY57" fmla="*/ 43640 h 122159"/>
                <a:gd name="connsiteX58" fmla="*/ 46744 w 121565"/>
                <a:gd name="connsiteY58" fmla="*/ 16330 h 122159"/>
                <a:gd name="connsiteX59" fmla="*/ 55900 w 121565"/>
                <a:gd name="connsiteY59" fmla="*/ 17690 h 122159"/>
                <a:gd name="connsiteX60" fmla="*/ 64443 w 121565"/>
                <a:gd name="connsiteY60" fmla="*/ 14122 h 122159"/>
                <a:gd name="connsiteX61" fmla="*/ 73961 w 121565"/>
                <a:gd name="connsiteY61" fmla="*/ 39827 h 122159"/>
                <a:gd name="connsiteX62" fmla="*/ 74060 w 121565"/>
                <a:gd name="connsiteY62" fmla="*/ 39885 h 122159"/>
                <a:gd name="connsiteX63" fmla="*/ 90218 w 121565"/>
                <a:gd name="connsiteY63" fmla="*/ 33106 h 122159"/>
                <a:gd name="connsiteX64" fmla="*/ 100700 w 121565"/>
                <a:gd name="connsiteY64" fmla="*/ 35659 h 122159"/>
                <a:gd name="connsiteX65" fmla="*/ 101880 w 121565"/>
                <a:gd name="connsiteY65" fmla="*/ 44841 h 122159"/>
                <a:gd name="connsiteX66" fmla="*/ 107633 w 121565"/>
                <a:gd name="connsiteY66" fmla="*/ 52095 h 122159"/>
                <a:gd name="connsiteX67" fmla="*/ 94716 w 121565"/>
                <a:gd name="connsiteY67" fmla="*/ 66447 h 12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21565" h="122159">
                  <a:moveTo>
                    <a:pt x="117467" y="44296"/>
                  </a:moveTo>
                  <a:lnTo>
                    <a:pt x="113885" y="39780"/>
                  </a:lnTo>
                  <a:lnTo>
                    <a:pt x="113150" y="34063"/>
                  </a:lnTo>
                  <a:lnTo>
                    <a:pt x="112312" y="27522"/>
                  </a:lnTo>
                  <a:lnTo>
                    <a:pt x="106452" y="24502"/>
                  </a:lnTo>
                  <a:cubicBezTo>
                    <a:pt x="101430" y="21917"/>
                    <a:pt x="95866" y="20565"/>
                    <a:pt x="90219" y="20554"/>
                  </a:cubicBezTo>
                  <a:cubicBezTo>
                    <a:pt x="88554" y="20554"/>
                    <a:pt x="86892" y="20672"/>
                    <a:pt x="85245" y="20907"/>
                  </a:cubicBezTo>
                  <a:cubicBezTo>
                    <a:pt x="82571" y="13766"/>
                    <a:pt x="77657" y="7681"/>
                    <a:pt x="71237" y="3566"/>
                  </a:cubicBezTo>
                  <a:lnTo>
                    <a:pt x="65692" y="0"/>
                  </a:lnTo>
                  <a:lnTo>
                    <a:pt x="54290" y="4762"/>
                  </a:lnTo>
                  <a:lnTo>
                    <a:pt x="42067" y="2947"/>
                  </a:lnTo>
                  <a:lnTo>
                    <a:pt x="37568" y="7768"/>
                  </a:lnTo>
                  <a:cubicBezTo>
                    <a:pt x="32356" y="13334"/>
                    <a:pt x="29087" y="20439"/>
                    <a:pt x="28250" y="28019"/>
                  </a:cubicBezTo>
                  <a:cubicBezTo>
                    <a:pt x="20929" y="28793"/>
                    <a:pt x="14032" y="31835"/>
                    <a:pt x="8522" y="36718"/>
                  </a:cubicBezTo>
                  <a:lnTo>
                    <a:pt x="3583" y="41086"/>
                  </a:lnTo>
                  <a:lnTo>
                    <a:pt x="4376" y="47631"/>
                  </a:lnTo>
                  <a:lnTo>
                    <a:pt x="5066" y="53352"/>
                  </a:lnTo>
                  <a:lnTo>
                    <a:pt x="2703" y="58609"/>
                  </a:lnTo>
                  <a:lnTo>
                    <a:pt x="0" y="64624"/>
                  </a:lnTo>
                  <a:lnTo>
                    <a:pt x="3417" y="70263"/>
                  </a:lnTo>
                  <a:cubicBezTo>
                    <a:pt x="7045" y="76269"/>
                    <a:pt x="12380" y="81059"/>
                    <a:pt x="18742" y="84021"/>
                  </a:cubicBezTo>
                  <a:cubicBezTo>
                    <a:pt x="17221" y="91344"/>
                    <a:pt x="18066" y="98961"/>
                    <a:pt x="21154" y="105773"/>
                  </a:cubicBezTo>
                  <a:lnTo>
                    <a:pt x="23866" y="111780"/>
                  </a:lnTo>
                  <a:lnTo>
                    <a:pt x="30351" y="112959"/>
                  </a:lnTo>
                  <a:lnTo>
                    <a:pt x="36024" y="113990"/>
                  </a:lnTo>
                  <a:lnTo>
                    <a:pt x="40348" y="117801"/>
                  </a:lnTo>
                  <a:lnTo>
                    <a:pt x="45294" y="122159"/>
                  </a:lnTo>
                  <a:lnTo>
                    <a:pt x="51690" y="120563"/>
                  </a:lnTo>
                  <a:cubicBezTo>
                    <a:pt x="57671" y="119077"/>
                    <a:pt x="63160" y="116053"/>
                    <a:pt x="67613" y="111793"/>
                  </a:cubicBezTo>
                  <a:cubicBezTo>
                    <a:pt x="72939" y="114807"/>
                    <a:pt x="78956" y="116389"/>
                    <a:pt x="85076" y="116382"/>
                  </a:cubicBezTo>
                  <a:lnTo>
                    <a:pt x="91696" y="116382"/>
                  </a:lnTo>
                  <a:lnTo>
                    <a:pt x="95516" y="110921"/>
                  </a:lnTo>
                  <a:lnTo>
                    <a:pt x="98772" y="106165"/>
                  </a:lnTo>
                  <a:lnTo>
                    <a:pt x="104016" y="103775"/>
                  </a:lnTo>
                  <a:lnTo>
                    <a:pt x="110016" y="101039"/>
                  </a:lnTo>
                  <a:lnTo>
                    <a:pt x="111168" y="94546"/>
                  </a:lnTo>
                  <a:cubicBezTo>
                    <a:pt x="112488" y="87185"/>
                    <a:pt x="111435" y="79595"/>
                    <a:pt x="108163" y="72871"/>
                  </a:cubicBezTo>
                  <a:cubicBezTo>
                    <a:pt x="113602" y="68435"/>
                    <a:pt x="117596" y="62481"/>
                    <a:pt x="119638" y="55767"/>
                  </a:cubicBezTo>
                  <a:lnTo>
                    <a:pt x="121566" y="49463"/>
                  </a:lnTo>
                  <a:close/>
                  <a:moveTo>
                    <a:pt x="94716" y="66448"/>
                  </a:moveTo>
                  <a:cubicBezTo>
                    <a:pt x="92334" y="67454"/>
                    <a:pt x="89798" y="68046"/>
                    <a:pt x="87217" y="68198"/>
                  </a:cubicBezTo>
                  <a:cubicBezTo>
                    <a:pt x="87100" y="68204"/>
                    <a:pt x="87091" y="68253"/>
                    <a:pt x="87192" y="68309"/>
                  </a:cubicBezTo>
                  <a:cubicBezTo>
                    <a:pt x="95869" y="72954"/>
                    <a:pt x="100560" y="82664"/>
                    <a:pt x="98808" y="92349"/>
                  </a:cubicBezTo>
                  <a:lnTo>
                    <a:pt x="90385" y="96189"/>
                  </a:lnTo>
                  <a:lnTo>
                    <a:pt x="85156" y="103828"/>
                  </a:lnTo>
                  <a:lnTo>
                    <a:pt x="85075" y="103828"/>
                  </a:lnTo>
                  <a:cubicBezTo>
                    <a:pt x="76848" y="103865"/>
                    <a:pt x="69250" y="99434"/>
                    <a:pt x="65230" y="92255"/>
                  </a:cubicBezTo>
                  <a:cubicBezTo>
                    <a:pt x="65190" y="92185"/>
                    <a:pt x="65141" y="92192"/>
                    <a:pt x="65120" y="92269"/>
                  </a:cubicBezTo>
                  <a:cubicBezTo>
                    <a:pt x="62979" y="100242"/>
                    <a:pt x="56667" y="106417"/>
                    <a:pt x="48648" y="108381"/>
                  </a:cubicBezTo>
                  <a:lnTo>
                    <a:pt x="41703" y="102261"/>
                  </a:lnTo>
                  <a:lnTo>
                    <a:pt x="32598" y="100608"/>
                  </a:lnTo>
                  <a:cubicBezTo>
                    <a:pt x="28519" y="91651"/>
                    <a:pt x="30681" y="81085"/>
                    <a:pt x="37950" y="74450"/>
                  </a:cubicBezTo>
                  <a:cubicBezTo>
                    <a:pt x="38036" y="74371"/>
                    <a:pt x="38013" y="74324"/>
                    <a:pt x="37899" y="74348"/>
                  </a:cubicBezTo>
                  <a:cubicBezTo>
                    <a:pt x="28545" y="76141"/>
                    <a:pt x="19066" y="71912"/>
                    <a:pt x="14152" y="63754"/>
                  </a:cubicBezTo>
                  <a:lnTo>
                    <a:pt x="17948" y="55310"/>
                  </a:lnTo>
                  <a:lnTo>
                    <a:pt x="16836" y="46120"/>
                  </a:lnTo>
                  <a:cubicBezTo>
                    <a:pt x="24312" y="39474"/>
                    <a:pt x="35256" y="38500"/>
                    <a:pt x="43789" y="43721"/>
                  </a:cubicBezTo>
                  <a:cubicBezTo>
                    <a:pt x="43905" y="43792"/>
                    <a:pt x="43941" y="43756"/>
                    <a:pt x="43871" y="43640"/>
                  </a:cubicBezTo>
                  <a:cubicBezTo>
                    <a:pt x="38601" y="34922"/>
                    <a:pt x="39775" y="23761"/>
                    <a:pt x="46744" y="16330"/>
                  </a:cubicBezTo>
                  <a:lnTo>
                    <a:pt x="55900" y="17690"/>
                  </a:lnTo>
                  <a:lnTo>
                    <a:pt x="64443" y="14122"/>
                  </a:lnTo>
                  <a:cubicBezTo>
                    <a:pt x="73002" y="19602"/>
                    <a:pt x="76887" y="30094"/>
                    <a:pt x="73961" y="39827"/>
                  </a:cubicBezTo>
                  <a:cubicBezTo>
                    <a:pt x="73923" y="39952"/>
                    <a:pt x="73966" y="39980"/>
                    <a:pt x="74060" y="39885"/>
                  </a:cubicBezTo>
                  <a:cubicBezTo>
                    <a:pt x="78323" y="35556"/>
                    <a:pt x="84142" y="33114"/>
                    <a:pt x="90218" y="33106"/>
                  </a:cubicBezTo>
                  <a:cubicBezTo>
                    <a:pt x="93866" y="33110"/>
                    <a:pt x="97459" y="33986"/>
                    <a:pt x="100700" y="35659"/>
                  </a:cubicBezTo>
                  <a:lnTo>
                    <a:pt x="101880" y="44841"/>
                  </a:lnTo>
                  <a:lnTo>
                    <a:pt x="107633" y="52095"/>
                  </a:lnTo>
                  <a:cubicBezTo>
                    <a:pt x="105677" y="58563"/>
                    <a:pt x="100943" y="63823"/>
                    <a:pt x="94716" y="66447"/>
                  </a:cubicBez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41F3B0F0-293D-51ED-13EE-597B803C52AD}"/>
                </a:ext>
              </a:extLst>
            </p:cNvPr>
            <p:cNvSpPr/>
            <p:nvPr/>
          </p:nvSpPr>
          <p:spPr>
            <a:xfrm>
              <a:off x="5641704" y="3359946"/>
              <a:ext cx="31173" cy="31193"/>
            </a:xfrm>
            <a:custGeom>
              <a:avLst/>
              <a:gdLst>
                <a:gd name="connsiteX0" fmla="*/ 5555 w 31173"/>
                <a:gd name="connsiteY0" fmla="*/ 6436 h 31193"/>
                <a:gd name="connsiteX1" fmla="*/ 1893 w 31173"/>
                <a:gd name="connsiteY1" fmla="*/ 7317 h 31193"/>
                <a:gd name="connsiteX2" fmla="*/ 2775 w 31173"/>
                <a:gd name="connsiteY2" fmla="*/ 10980 h 31193"/>
                <a:gd name="connsiteX3" fmla="*/ 2803 w 31173"/>
                <a:gd name="connsiteY3" fmla="*/ 10997 h 31193"/>
                <a:gd name="connsiteX4" fmla="*/ 8704 w 31173"/>
                <a:gd name="connsiteY4" fmla="*/ 14556 h 31193"/>
                <a:gd name="connsiteX5" fmla="*/ 2121 w 31173"/>
                <a:gd name="connsiteY5" fmla="*/ 16188 h 31193"/>
                <a:gd name="connsiteX6" fmla="*/ 2 w 31173"/>
                <a:gd name="connsiteY6" fmla="*/ 19055 h 31193"/>
                <a:gd name="connsiteX7" fmla="*/ 2913 w 31173"/>
                <a:gd name="connsiteY7" fmla="*/ 21453 h 31193"/>
                <a:gd name="connsiteX8" fmla="*/ 3296 w 31173"/>
                <a:gd name="connsiteY8" fmla="*/ 21387 h 31193"/>
                <a:gd name="connsiteX9" fmla="*/ 9984 w 31173"/>
                <a:gd name="connsiteY9" fmla="*/ 19730 h 31193"/>
                <a:gd name="connsiteX10" fmla="*/ 6426 w 31173"/>
                <a:gd name="connsiteY10" fmla="*/ 25630 h 31193"/>
                <a:gd name="connsiteX11" fmla="*/ 7387 w 31173"/>
                <a:gd name="connsiteY11" fmla="*/ 29274 h 31193"/>
                <a:gd name="connsiteX12" fmla="*/ 10989 w 31173"/>
                <a:gd name="connsiteY12" fmla="*/ 28382 h 31193"/>
                <a:gd name="connsiteX13" fmla="*/ 14547 w 31173"/>
                <a:gd name="connsiteY13" fmla="*/ 22481 h 31193"/>
                <a:gd name="connsiteX14" fmla="*/ 16204 w 31173"/>
                <a:gd name="connsiteY14" fmla="*/ 29169 h 31193"/>
                <a:gd name="connsiteX15" fmla="*/ 18788 w 31173"/>
                <a:gd name="connsiteY15" fmla="*/ 31194 h 31193"/>
                <a:gd name="connsiteX16" fmla="*/ 20364 w 31173"/>
                <a:gd name="connsiteY16" fmla="*/ 30673 h 31193"/>
                <a:gd name="connsiteX17" fmla="*/ 21350 w 31173"/>
                <a:gd name="connsiteY17" fmla="*/ 27786 h 31193"/>
                <a:gd name="connsiteX18" fmla="*/ 19718 w 31173"/>
                <a:gd name="connsiteY18" fmla="*/ 21202 h 31193"/>
                <a:gd name="connsiteX19" fmla="*/ 25618 w 31173"/>
                <a:gd name="connsiteY19" fmla="*/ 24761 h 31193"/>
                <a:gd name="connsiteX20" fmla="*/ 29206 w 31173"/>
                <a:gd name="connsiteY20" fmla="*/ 23965 h 31193"/>
                <a:gd name="connsiteX21" fmla="*/ 28299 w 31173"/>
                <a:gd name="connsiteY21" fmla="*/ 20154 h 31193"/>
                <a:gd name="connsiteX22" fmla="*/ 28244 w 31173"/>
                <a:gd name="connsiteY22" fmla="*/ 20121 h 31193"/>
                <a:gd name="connsiteX23" fmla="*/ 22469 w 31173"/>
                <a:gd name="connsiteY23" fmla="*/ 16639 h 31193"/>
                <a:gd name="connsiteX24" fmla="*/ 29053 w 31173"/>
                <a:gd name="connsiteY24" fmla="*/ 15007 h 31193"/>
                <a:gd name="connsiteX25" fmla="*/ 31171 w 31173"/>
                <a:gd name="connsiteY25" fmla="*/ 12142 h 31193"/>
                <a:gd name="connsiteX26" fmla="*/ 28519 w 31173"/>
                <a:gd name="connsiteY26" fmla="*/ 9730 h 31193"/>
                <a:gd name="connsiteX27" fmla="*/ 27877 w 31173"/>
                <a:gd name="connsiteY27" fmla="*/ 9808 h 31193"/>
                <a:gd name="connsiteX28" fmla="*/ 21189 w 31173"/>
                <a:gd name="connsiteY28" fmla="*/ 11464 h 31193"/>
                <a:gd name="connsiteX29" fmla="*/ 24747 w 31173"/>
                <a:gd name="connsiteY29" fmla="*/ 5564 h 31193"/>
                <a:gd name="connsiteX30" fmla="*/ 23842 w 31173"/>
                <a:gd name="connsiteY30" fmla="*/ 1906 h 31193"/>
                <a:gd name="connsiteX31" fmla="*/ 20184 w 31173"/>
                <a:gd name="connsiteY31" fmla="*/ 2812 h 31193"/>
                <a:gd name="connsiteX32" fmla="*/ 16625 w 31173"/>
                <a:gd name="connsiteY32" fmla="*/ 8712 h 31193"/>
                <a:gd name="connsiteX33" fmla="*/ 14973 w 31173"/>
                <a:gd name="connsiteY33" fmla="*/ 2024 h 31193"/>
                <a:gd name="connsiteX34" fmla="*/ 12387 w 31173"/>
                <a:gd name="connsiteY34" fmla="*/ 0 h 31193"/>
                <a:gd name="connsiteX35" fmla="*/ 10813 w 31173"/>
                <a:gd name="connsiteY35" fmla="*/ 520 h 31193"/>
                <a:gd name="connsiteX36" fmla="*/ 9827 w 31173"/>
                <a:gd name="connsiteY36" fmla="*/ 3415 h 31193"/>
                <a:gd name="connsiteX37" fmla="*/ 11458 w 31173"/>
                <a:gd name="connsiteY37" fmla="*/ 9994 h 3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1173" h="31193">
                  <a:moveTo>
                    <a:pt x="5555" y="6436"/>
                  </a:moveTo>
                  <a:cubicBezTo>
                    <a:pt x="4300" y="5668"/>
                    <a:pt x="2660" y="6063"/>
                    <a:pt x="1893" y="7317"/>
                  </a:cubicBezTo>
                  <a:cubicBezTo>
                    <a:pt x="1125" y="8573"/>
                    <a:pt x="1520" y="10212"/>
                    <a:pt x="2775" y="10980"/>
                  </a:cubicBezTo>
                  <a:cubicBezTo>
                    <a:pt x="2784" y="10986"/>
                    <a:pt x="2794" y="10992"/>
                    <a:pt x="2803" y="10997"/>
                  </a:cubicBezTo>
                  <a:lnTo>
                    <a:pt x="8704" y="14556"/>
                  </a:lnTo>
                  <a:lnTo>
                    <a:pt x="2121" y="16188"/>
                  </a:lnTo>
                  <a:cubicBezTo>
                    <a:pt x="831" y="16530"/>
                    <a:pt x="-49" y="17721"/>
                    <a:pt x="2" y="19055"/>
                  </a:cubicBezTo>
                  <a:cubicBezTo>
                    <a:pt x="144" y="20521"/>
                    <a:pt x="1448" y="21595"/>
                    <a:pt x="2913" y="21453"/>
                  </a:cubicBezTo>
                  <a:cubicBezTo>
                    <a:pt x="3043" y="21440"/>
                    <a:pt x="3171" y="21419"/>
                    <a:pt x="3296" y="21387"/>
                  </a:cubicBezTo>
                  <a:lnTo>
                    <a:pt x="9984" y="19730"/>
                  </a:lnTo>
                  <a:lnTo>
                    <a:pt x="6426" y="25630"/>
                  </a:lnTo>
                  <a:cubicBezTo>
                    <a:pt x="5685" y="26902"/>
                    <a:pt x="6116" y="28533"/>
                    <a:pt x="7387" y="29274"/>
                  </a:cubicBezTo>
                  <a:cubicBezTo>
                    <a:pt x="8631" y="29998"/>
                    <a:pt x="10227" y="29604"/>
                    <a:pt x="10989" y="28382"/>
                  </a:cubicBezTo>
                  <a:lnTo>
                    <a:pt x="14547" y="22481"/>
                  </a:lnTo>
                  <a:lnTo>
                    <a:pt x="16204" y="29169"/>
                  </a:lnTo>
                  <a:cubicBezTo>
                    <a:pt x="16497" y="30357"/>
                    <a:pt x="17563" y="31192"/>
                    <a:pt x="18788" y="31194"/>
                  </a:cubicBezTo>
                  <a:cubicBezTo>
                    <a:pt x="19355" y="31194"/>
                    <a:pt x="19908" y="31012"/>
                    <a:pt x="20364" y="30673"/>
                  </a:cubicBezTo>
                  <a:cubicBezTo>
                    <a:pt x="21193" y="29962"/>
                    <a:pt x="21571" y="28856"/>
                    <a:pt x="21350" y="27786"/>
                  </a:cubicBezTo>
                  <a:lnTo>
                    <a:pt x="19718" y="21202"/>
                  </a:lnTo>
                  <a:lnTo>
                    <a:pt x="25618" y="24761"/>
                  </a:lnTo>
                  <a:cubicBezTo>
                    <a:pt x="26835" y="25495"/>
                    <a:pt x="28414" y="25145"/>
                    <a:pt x="29206" y="23965"/>
                  </a:cubicBezTo>
                  <a:cubicBezTo>
                    <a:pt x="30008" y="22662"/>
                    <a:pt x="29602" y="20956"/>
                    <a:pt x="28299" y="20154"/>
                  </a:cubicBezTo>
                  <a:cubicBezTo>
                    <a:pt x="28281" y="20143"/>
                    <a:pt x="28263" y="20131"/>
                    <a:pt x="28244" y="20121"/>
                  </a:cubicBezTo>
                  <a:lnTo>
                    <a:pt x="22469" y="16639"/>
                  </a:lnTo>
                  <a:lnTo>
                    <a:pt x="29053" y="15007"/>
                  </a:lnTo>
                  <a:cubicBezTo>
                    <a:pt x="30342" y="14665"/>
                    <a:pt x="31221" y="13475"/>
                    <a:pt x="31171" y="12142"/>
                  </a:cubicBezTo>
                  <a:cubicBezTo>
                    <a:pt x="31041" y="10775"/>
                    <a:pt x="29893" y="9731"/>
                    <a:pt x="28519" y="9730"/>
                  </a:cubicBezTo>
                  <a:cubicBezTo>
                    <a:pt x="28303" y="9729"/>
                    <a:pt x="28087" y="9755"/>
                    <a:pt x="27877" y="9808"/>
                  </a:cubicBezTo>
                  <a:lnTo>
                    <a:pt x="21189" y="11464"/>
                  </a:lnTo>
                  <a:lnTo>
                    <a:pt x="24747" y="5564"/>
                  </a:lnTo>
                  <a:cubicBezTo>
                    <a:pt x="25507" y="4304"/>
                    <a:pt x="25102" y="2666"/>
                    <a:pt x="23842" y="1906"/>
                  </a:cubicBezTo>
                  <a:cubicBezTo>
                    <a:pt x="22582" y="1147"/>
                    <a:pt x="20944" y="1552"/>
                    <a:pt x="20184" y="2812"/>
                  </a:cubicBezTo>
                  <a:lnTo>
                    <a:pt x="16625" y="8712"/>
                  </a:lnTo>
                  <a:lnTo>
                    <a:pt x="14973" y="2024"/>
                  </a:lnTo>
                  <a:cubicBezTo>
                    <a:pt x="14678" y="836"/>
                    <a:pt x="13611" y="1"/>
                    <a:pt x="12387" y="0"/>
                  </a:cubicBezTo>
                  <a:cubicBezTo>
                    <a:pt x="11820" y="-1"/>
                    <a:pt x="11268" y="181"/>
                    <a:pt x="10813" y="520"/>
                  </a:cubicBezTo>
                  <a:cubicBezTo>
                    <a:pt x="9983" y="1234"/>
                    <a:pt x="9605" y="2342"/>
                    <a:pt x="9827" y="3415"/>
                  </a:cubicBezTo>
                  <a:lnTo>
                    <a:pt x="11458" y="9994"/>
                  </a:ln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BB1E28B5-C3E6-36C8-97A2-8160B02EB870}"/>
                </a:ext>
              </a:extLst>
            </p:cNvPr>
            <p:cNvSpPr/>
            <p:nvPr/>
          </p:nvSpPr>
          <p:spPr>
            <a:xfrm>
              <a:off x="5593262" y="3309902"/>
              <a:ext cx="125641" cy="130729"/>
            </a:xfrm>
            <a:custGeom>
              <a:avLst/>
              <a:gdLst>
                <a:gd name="connsiteX0" fmla="*/ 125641 w 125641"/>
                <a:gd name="connsiteY0" fmla="*/ 44896 h 130729"/>
                <a:gd name="connsiteX1" fmla="*/ 120960 w 125641"/>
                <a:gd name="connsiteY1" fmla="*/ 40251 h 130729"/>
                <a:gd name="connsiteX2" fmla="*/ 116386 w 125641"/>
                <a:gd name="connsiteY2" fmla="*/ 35712 h 130729"/>
                <a:gd name="connsiteX3" fmla="*/ 114817 w 125641"/>
                <a:gd name="connsiteY3" fmla="*/ 29461 h 130729"/>
                <a:gd name="connsiteX4" fmla="*/ 113204 w 125641"/>
                <a:gd name="connsiteY4" fmla="*/ 23069 h 130729"/>
                <a:gd name="connsiteX5" fmla="*/ 107026 w 125641"/>
                <a:gd name="connsiteY5" fmla="*/ 20764 h 130729"/>
                <a:gd name="connsiteX6" fmla="*/ 83802 w 125641"/>
                <a:gd name="connsiteY6" fmla="*/ 19860 h 130729"/>
                <a:gd name="connsiteX7" fmla="*/ 66744 w 125641"/>
                <a:gd name="connsiteY7" fmla="*/ 2887 h 130729"/>
                <a:gd name="connsiteX8" fmla="*/ 60817 w 125641"/>
                <a:gd name="connsiteY8" fmla="*/ 0 h 130729"/>
                <a:gd name="connsiteX9" fmla="*/ 49470 w 125641"/>
                <a:gd name="connsiteY9" fmla="*/ 6412 h 130729"/>
                <a:gd name="connsiteX10" fmla="*/ 36437 w 125641"/>
                <a:gd name="connsiteY10" fmla="*/ 6036 h 130729"/>
                <a:gd name="connsiteX11" fmla="*/ 32541 w 125641"/>
                <a:gd name="connsiteY11" fmla="*/ 11355 h 130729"/>
                <a:gd name="connsiteX12" fmla="*/ 25374 w 125641"/>
                <a:gd name="connsiteY12" fmla="*/ 34328 h 130729"/>
                <a:gd name="connsiteX13" fmla="*/ 5200 w 125641"/>
                <a:gd name="connsiteY13" fmla="*/ 45975 h 130729"/>
                <a:gd name="connsiteX14" fmla="*/ 813 w 125641"/>
                <a:gd name="connsiteY14" fmla="*/ 50896 h 130729"/>
                <a:gd name="connsiteX15" fmla="*/ 2374 w 125641"/>
                <a:gd name="connsiteY15" fmla="*/ 57298 h 130729"/>
                <a:gd name="connsiteX16" fmla="*/ 3900 w 125641"/>
                <a:gd name="connsiteY16" fmla="*/ 63560 h 130729"/>
                <a:gd name="connsiteX17" fmla="*/ 1972 w 125641"/>
                <a:gd name="connsiteY17" fmla="*/ 69708 h 130729"/>
                <a:gd name="connsiteX18" fmla="*/ 0 w 125641"/>
                <a:gd name="connsiteY18" fmla="*/ 76000 h 130729"/>
                <a:gd name="connsiteX19" fmla="*/ 4060 w 125641"/>
                <a:gd name="connsiteY19" fmla="*/ 81194 h 130729"/>
                <a:gd name="connsiteX20" fmla="*/ 22409 w 125641"/>
                <a:gd name="connsiteY20" fmla="*/ 93827 h 130729"/>
                <a:gd name="connsiteX21" fmla="*/ 27542 w 125641"/>
                <a:gd name="connsiteY21" fmla="*/ 116886 h 130729"/>
                <a:gd name="connsiteX22" fmla="*/ 30947 w 125641"/>
                <a:gd name="connsiteY22" fmla="*/ 122531 h 130729"/>
                <a:gd name="connsiteX23" fmla="*/ 37526 w 125641"/>
                <a:gd name="connsiteY23" fmla="*/ 122934 h 130729"/>
                <a:gd name="connsiteX24" fmla="*/ 43960 w 125641"/>
                <a:gd name="connsiteY24" fmla="*/ 123328 h 130729"/>
                <a:gd name="connsiteX25" fmla="*/ 49266 w 125641"/>
                <a:gd name="connsiteY25" fmla="*/ 126987 h 130729"/>
                <a:gd name="connsiteX26" fmla="*/ 54694 w 125641"/>
                <a:gd name="connsiteY26" fmla="*/ 130730 h 130729"/>
                <a:gd name="connsiteX27" fmla="*/ 60856 w 125641"/>
                <a:gd name="connsiteY27" fmla="*/ 128393 h 130729"/>
                <a:gd name="connsiteX28" fmla="*/ 76761 w 125641"/>
                <a:gd name="connsiteY28" fmla="*/ 116760 h 130729"/>
                <a:gd name="connsiteX29" fmla="*/ 91715 w 125641"/>
                <a:gd name="connsiteY29" fmla="*/ 119903 h 130729"/>
                <a:gd name="connsiteX30" fmla="*/ 96260 w 125641"/>
                <a:gd name="connsiteY30" fmla="*/ 119626 h 130729"/>
                <a:gd name="connsiteX31" fmla="*/ 102805 w 125641"/>
                <a:gd name="connsiteY31" fmla="*/ 118823 h 130729"/>
                <a:gd name="connsiteX32" fmla="*/ 105858 w 125641"/>
                <a:gd name="connsiteY32" fmla="*/ 112980 h 130729"/>
                <a:gd name="connsiteX33" fmla="*/ 108843 w 125641"/>
                <a:gd name="connsiteY33" fmla="*/ 107268 h 130729"/>
                <a:gd name="connsiteX34" fmla="*/ 114349 w 125641"/>
                <a:gd name="connsiteY34" fmla="*/ 103919 h 130729"/>
                <a:gd name="connsiteX35" fmla="*/ 119983 w 125641"/>
                <a:gd name="connsiteY35" fmla="*/ 100493 h 130729"/>
                <a:gd name="connsiteX36" fmla="*/ 120359 w 125641"/>
                <a:gd name="connsiteY36" fmla="*/ 93911 h 130729"/>
                <a:gd name="connsiteX37" fmla="*/ 114140 w 125641"/>
                <a:gd name="connsiteY37" fmla="*/ 71121 h 130729"/>
                <a:gd name="connsiteX38" fmla="*/ 124473 w 125641"/>
                <a:gd name="connsiteY38" fmla="*/ 51385 h 130729"/>
                <a:gd name="connsiteX39" fmla="*/ 100173 w 125641"/>
                <a:gd name="connsiteY39" fmla="*/ 66102 h 130729"/>
                <a:gd name="connsiteX40" fmla="*/ 92390 w 125641"/>
                <a:gd name="connsiteY40" fmla="*/ 68922 h 130729"/>
                <a:gd name="connsiteX41" fmla="*/ 92379 w 125641"/>
                <a:gd name="connsiteY41" fmla="*/ 69036 h 130729"/>
                <a:gd name="connsiteX42" fmla="*/ 107829 w 125641"/>
                <a:gd name="connsiteY42" fmla="*/ 93194 h 130729"/>
                <a:gd name="connsiteX43" fmla="*/ 99338 w 125641"/>
                <a:gd name="connsiteY43" fmla="*/ 98358 h 130729"/>
                <a:gd name="connsiteX44" fmla="*/ 94735 w 125641"/>
                <a:gd name="connsiteY44" fmla="*/ 107167 h 130729"/>
                <a:gd name="connsiteX45" fmla="*/ 91718 w 125641"/>
                <a:gd name="connsiteY45" fmla="*/ 107351 h 130729"/>
                <a:gd name="connsiteX46" fmla="*/ 72017 w 125641"/>
                <a:gd name="connsiteY46" fmla="*/ 97351 h 130729"/>
                <a:gd name="connsiteX47" fmla="*/ 71909 w 125641"/>
                <a:gd name="connsiteY47" fmla="*/ 97378 h 130729"/>
                <a:gd name="connsiteX48" fmla="*/ 56396 w 125641"/>
                <a:gd name="connsiteY48" fmla="*/ 116660 h 130729"/>
                <a:gd name="connsiteX49" fmla="*/ 48215 w 125641"/>
                <a:gd name="connsiteY49" fmla="*/ 111018 h 130729"/>
                <a:gd name="connsiteX50" fmla="*/ 38298 w 125641"/>
                <a:gd name="connsiteY50" fmla="*/ 110411 h 130729"/>
                <a:gd name="connsiteX51" fmla="*/ 40690 w 125641"/>
                <a:gd name="connsiteY51" fmla="*/ 81834 h 130729"/>
                <a:gd name="connsiteX52" fmla="*/ 40628 w 125641"/>
                <a:gd name="connsiteY52" fmla="*/ 81739 h 130729"/>
                <a:gd name="connsiteX53" fmla="*/ 33221 w 125641"/>
                <a:gd name="connsiteY53" fmla="*/ 82891 h 130729"/>
                <a:gd name="connsiteX54" fmla="*/ 32427 w 125641"/>
                <a:gd name="connsiteY54" fmla="*/ 82879 h 130729"/>
                <a:gd name="connsiteX55" fmla="*/ 13957 w 125641"/>
                <a:gd name="connsiteY55" fmla="*/ 73471 h 130729"/>
                <a:gd name="connsiteX56" fmla="*/ 16930 w 125641"/>
                <a:gd name="connsiteY56" fmla="*/ 63988 h 130729"/>
                <a:gd name="connsiteX57" fmla="*/ 14577 w 125641"/>
                <a:gd name="connsiteY57" fmla="*/ 54332 h 130729"/>
                <a:gd name="connsiteX58" fmla="*/ 32815 w 125641"/>
                <a:gd name="connsiteY58" fmla="*/ 46125 h 130729"/>
                <a:gd name="connsiteX59" fmla="*/ 33617 w 125641"/>
                <a:gd name="connsiteY59" fmla="*/ 46137 h 130729"/>
                <a:gd name="connsiteX60" fmla="*/ 43021 w 125641"/>
                <a:gd name="connsiteY60" fmla="*/ 48357 h 130729"/>
                <a:gd name="connsiteX61" fmla="*/ 43092 w 125641"/>
                <a:gd name="connsiteY61" fmla="*/ 48268 h 130729"/>
                <a:gd name="connsiteX62" fmla="*/ 42673 w 125641"/>
                <a:gd name="connsiteY62" fmla="*/ 18776 h 130729"/>
                <a:gd name="connsiteX63" fmla="*/ 52607 w 125641"/>
                <a:gd name="connsiteY63" fmla="*/ 19061 h 130729"/>
                <a:gd name="connsiteX64" fmla="*/ 61260 w 125641"/>
                <a:gd name="connsiteY64" fmla="*/ 14174 h 130729"/>
                <a:gd name="connsiteX65" fmla="*/ 74668 w 125641"/>
                <a:gd name="connsiteY65" fmla="*/ 40379 h 130729"/>
                <a:gd name="connsiteX66" fmla="*/ 74772 w 125641"/>
                <a:gd name="connsiteY66" fmla="*/ 40425 h 130729"/>
                <a:gd name="connsiteX67" fmla="*/ 94023 w 125641"/>
                <a:gd name="connsiteY67" fmla="*/ 30963 h 130729"/>
                <a:gd name="connsiteX68" fmla="*/ 102646 w 125641"/>
                <a:gd name="connsiteY68" fmla="*/ 32524 h 130729"/>
                <a:gd name="connsiteX69" fmla="*/ 105070 w 125641"/>
                <a:gd name="connsiteY69" fmla="*/ 42163 h 130729"/>
                <a:gd name="connsiteX70" fmla="*/ 112125 w 125641"/>
                <a:gd name="connsiteY70" fmla="*/ 49163 h 130729"/>
                <a:gd name="connsiteX71" fmla="*/ 100173 w 125641"/>
                <a:gd name="connsiteY71" fmla="*/ 66102 h 130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25641" h="130729">
                  <a:moveTo>
                    <a:pt x="125641" y="44896"/>
                  </a:moveTo>
                  <a:lnTo>
                    <a:pt x="120960" y="40251"/>
                  </a:lnTo>
                  <a:lnTo>
                    <a:pt x="116386" y="35712"/>
                  </a:lnTo>
                  <a:lnTo>
                    <a:pt x="114817" y="29461"/>
                  </a:lnTo>
                  <a:lnTo>
                    <a:pt x="113204" y="23069"/>
                  </a:lnTo>
                  <a:lnTo>
                    <a:pt x="107026" y="20764"/>
                  </a:lnTo>
                  <a:cubicBezTo>
                    <a:pt x="99584" y="17972"/>
                    <a:pt x="91439" y="17655"/>
                    <a:pt x="83802" y="19860"/>
                  </a:cubicBezTo>
                  <a:cubicBezTo>
                    <a:pt x="80169" y="12458"/>
                    <a:pt x="74164" y="6484"/>
                    <a:pt x="66744" y="2887"/>
                  </a:cubicBezTo>
                  <a:lnTo>
                    <a:pt x="60817" y="0"/>
                  </a:lnTo>
                  <a:lnTo>
                    <a:pt x="49470" y="6412"/>
                  </a:lnTo>
                  <a:lnTo>
                    <a:pt x="36437" y="6036"/>
                  </a:lnTo>
                  <a:lnTo>
                    <a:pt x="32541" y="11355"/>
                  </a:lnTo>
                  <a:cubicBezTo>
                    <a:pt x="27655" y="17999"/>
                    <a:pt x="25133" y="26085"/>
                    <a:pt x="25374" y="34328"/>
                  </a:cubicBezTo>
                  <a:cubicBezTo>
                    <a:pt x="17573" y="35944"/>
                    <a:pt x="10500" y="40028"/>
                    <a:pt x="5200" y="45975"/>
                  </a:cubicBezTo>
                  <a:lnTo>
                    <a:pt x="813" y="50896"/>
                  </a:lnTo>
                  <a:lnTo>
                    <a:pt x="2374" y="57298"/>
                  </a:lnTo>
                  <a:lnTo>
                    <a:pt x="3900" y="63560"/>
                  </a:lnTo>
                  <a:lnTo>
                    <a:pt x="1972" y="69708"/>
                  </a:lnTo>
                  <a:lnTo>
                    <a:pt x="0" y="76000"/>
                  </a:lnTo>
                  <a:lnTo>
                    <a:pt x="4060" y="81194"/>
                  </a:lnTo>
                  <a:cubicBezTo>
                    <a:pt x="8733" y="87191"/>
                    <a:pt x="15140" y="91602"/>
                    <a:pt x="22409" y="93827"/>
                  </a:cubicBezTo>
                  <a:cubicBezTo>
                    <a:pt x="21552" y="101868"/>
                    <a:pt x="23356" y="109968"/>
                    <a:pt x="27542" y="116886"/>
                  </a:cubicBezTo>
                  <a:lnTo>
                    <a:pt x="30947" y="122531"/>
                  </a:lnTo>
                  <a:lnTo>
                    <a:pt x="37526" y="122934"/>
                  </a:lnTo>
                  <a:lnTo>
                    <a:pt x="43960" y="123328"/>
                  </a:lnTo>
                  <a:lnTo>
                    <a:pt x="49266" y="126987"/>
                  </a:lnTo>
                  <a:lnTo>
                    <a:pt x="54694" y="130730"/>
                  </a:lnTo>
                  <a:lnTo>
                    <a:pt x="60856" y="128393"/>
                  </a:lnTo>
                  <a:cubicBezTo>
                    <a:pt x="67111" y="126023"/>
                    <a:pt x="72607" y="122003"/>
                    <a:pt x="76761" y="116760"/>
                  </a:cubicBezTo>
                  <a:cubicBezTo>
                    <a:pt x="81472" y="118838"/>
                    <a:pt x="86566" y="119909"/>
                    <a:pt x="91715" y="119903"/>
                  </a:cubicBezTo>
                  <a:cubicBezTo>
                    <a:pt x="93234" y="119903"/>
                    <a:pt x="94752" y="119811"/>
                    <a:pt x="96260" y="119626"/>
                  </a:cubicBezTo>
                  <a:lnTo>
                    <a:pt x="102805" y="118823"/>
                  </a:lnTo>
                  <a:lnTo>
                    <a:pt x="105858" y="112980"/>
                  </a:lnTo>
                  <a:lnTo>
                    <a:pt x="108843" y="107268"/>
                  </a:lnTo>
                  <a:lnTo>
                    <a:pt x="114349" y="103919"/>
                  </a:lnTo>
                  <a:lnTo>
                    <a:pt x="119983" y="100493"/>
                  </a:lnTo>
                  <a:lnTo>
                    <a:pt x="120359" y="93911"/>
                  </a:lnTo>
                  <a:cubicBezTo>
                    <a:pt x="120834" y="85839"/>
                    <a:pt x="118649" y="77834"/>
                    <a:pt x="114140" y="71121"/>
                  </a:cubicBezTo>
                  <a:cubicBezTo>
                    <a:pt x="119531" y="65761"/>
                    <a:pt x="123139" y="58870"/>
                    <a:pt x="124473" y="51385"/>
                  </a:cubicBezTo>
                  <a:close/>
                  <a:moveTo>
                    <a:pt x="100173" y="66102"/>
                  </a:moveTo>
                  <a:cubicBezTo>
                    <a:pt x="97758" y="67479"/>
                    <a:pt x="95126" y="68433"/>
                    <a:pt x="92390" y="68922"/>
                  </a:cubicBezTo>
                  <a:cubicBezTo>
                    <a:pt x="92274" y="68943"/>
                    <a:pt x="92269" y="68993"/>
                    <a:pt x="92379" y="69036"/>
                  </a:cubicBezTo>
                  <a:cubicBezTo>
                    <a:pt x="102227" y="72882"/>
                    <a:pt x="108469" y="82642"/>
                    <a:pt x="107829" y="93194"/>
                  </a:cubicBezTo>
                  <a:lnTo>
                    <a:pt x="99338" y="98358"/>
                  </a:lnTo>
                  <a:lnTo>
                    <a:pt x="94735" y="107167"/>
                  </a:lnTo>
                  <a:cubicBezTo>
                    <a:pt x="93734" y="107289"/>
                    <a:pt x="92726" y="107351"/>
                    <a:pt x="91718" y="107351"/>
                  </a:cubicBezTo>
                  <a:cubicBezTo>
                    <a:pt x="83926" y="107374"/>
                    <a:pt x="76598" y="103654"/>
                    <a:pt x="72017" y="97351"/>
                  </a:cubicBezTo>
                  <a:cubicBezTo>
                    <a:pt x="71969" y="97288"/>
                    <a:pt x="71921" y="97297"/>
                    <a:pt x="71909" y="97378"/>
                  </a:cubicBezTo>
                  <a:cubicBezTo>
                    <a:pt x="70644" y="106155"/>
                    <a:pt x="64698" y="113545"/>
                    <a:pt x="56396" y="116660"/>
                  </a:cubicBezTo>
                  <a:lnTo>
                    <a:pt x="48215" y="111018"/>
                  </a:lnTo>
                  <a:lnTo>
                    <a:pt x="38298" y="110411"/>
                  </a:lnTo>
                  <a:cubicBezTo>
                    <a:pt x="32808" y="101376"/>
                    <a:pt x="33775" y="89831"/>
                    <a:pt x="40690" y="81834"/>
                  </a:cubicBezTo>
                  <a:cubicBezTo>
                    <a:pt x="40767" y="81745"/>
                    <a:pt x="40739" y="81703"/>
                    <a:pt x="40628" y="81739"/>
                  </a:cubicBezTo>
                  <a:cubicBezTo>
                    <a:pt x="38233" y="82503"/>
                    <a:pt x="35735" y="82891"/>
                    <a:pt x="33221" y="82891"/>
                  </a:cubicBezTo>
                  <a:cubicBezTo>
                    <a:pt x="32957" y="82891"/>
                    <a:pt x="32692" y="82888"/>
                    <a:pt x="32427" y="82879"/>
                  </a:cubicBezTo>
                  <a:cubicBezTo>
                    <a:pt x="25177" y="82647"/>
                    <a:pt x="18408" y="79198"/>
                    <a:pt x="13957" y="73471"/>
                  </a:cubicBezTo>
                  <a:lnTo>
                    <a:pt x="16930" y="63988"/>
                  </a:lnTo>
                  <a:lnTo>
                    <a:pt x="14577" y="54332"/>
                  </a:lnTo>
                  <a:cubicBezTo>
                    <a:pt x="19202" y="49114"/>
                    <a:pt x="25842" y="46126"/>
                    <a:pt x="32815" y="46125"/>
                  </a:cubicBezTo>
                  <a:cubicBezTo>
                    <a:pt x="33082" y="46125"/>
                    <a:pt x="33349" y="46128"/>
                    <a:pt x="33617" y="46137"/>
                  </a:cubicBezTo>
                  <a:cubicBezTo>
                    <a:pt x="36868" y="46241"/>
                    <a:pt x="40066" y="46997"/>
                    <a:pt x="43021" y="48357"/>
                  </a:cubicBezTo>
                  <a:cubicBezTo>
                    <a:pt x="43147" y="48414"/>
                    <a:pt x="43176" y="48375"/>
                    <a:pt x="43092" y="48268"/>
                  </a:cubicBezTo>
                  <a:cubicBezTo>
                    <a:pt x="36356" y="39643"/>
                    <a:pt x="36185" y="27588"/>
                    <a:pt x="42673" y="18776"/>
                  </a:cubicBezTo>
                  <a:lnTo>
                    <a:pt x="52607" y="19061"/>
                  </a:lnTo>
                  <a:lnTo>
                    <a:pt x="61260" y="14174"/>
                  </a:lnTo>
                  <a:cubicBezTo>
                    <a:pt x="71084" y="18930"/>
                    <a:pt x="76558" y="29629"/>
                    <a:pt x="74668" y="40379"/>
                  </a:cubicBezTo>
                  <a:cubicBezTo>
                    <a:pt x="74644" y="40511"/>
                    <a:pt x="74690" y="40531"/>
                    <a:pt x="74772" y="40425"/>
                  </a:cubicBezTo>
                  <a:cubicBezTo>
                    <a:pt x="79382" y="34465"/>
                    <a:pt x="86489" y="30972"/>
                    <a:pt x="94023" y="30963"/>
                  </a:cubicBezTo>
                  <a:cubicBezTo>
                    <a:pt x="96968" y="30965"/>
                    <a:pt x="99888" y="31494"/>
                    <a:pt x="102646" y="32524"/>
                  </a:cubicBezTo>
                  <a:lnTo>
                    <a:pt x="105070" y="42163"/>
                  </a:lnTo>
                  <a:lnTo>
                    <a:pt x="112125" y="49163"/>
                  </a:lnTo>
                  <a:cubicBezTo>
                    <a:pt x="110861" y="56307"/>
                    <a:pt x="106479" y="62516"/>
                    <a:pt x="100173" y="66102"/>
                  </a:cubicBez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99891831-8457-EDE2-5280-F3E4DD60F8C2}"/>
                </a:ext>
              </a:extLst>
            </p:cNvPr>
            <p:cNvSpPr/>
            <p:nvPr/>
          </p:nvSpPr>
          <p:spPr>
            <a:xfrm>
              <a:off x="5784423" y="3005761"/>
              <a:ext cx="45600" cy="69891"/>
            </a:xfrm>
            <a:custGeom>
              <a:avLst/>
              <a:gdLst>
                <a:gd name="connsiteX0" fmla="*/ 7299 w 45600"/>
                <a:gd name="connsiteY0" fmla="*/ 69892 h 69891"/>
                <a:gd name="connsiteX1" fmla="*/ 45601 w 45600"/>
                <a:gd name="connsiteY1" fmla="*/ 102 h 69891"/>
                <a:gd name="connsiteX2" fmla="*/ 45502 w 45600"/>
                <a:gd name="connsiteY2" fmla="*/ 0 h 69891"/>
                <a:gd name="connsiteX3" fmla="*/ 36763 w 45600"/>
                <a:gd name="connsiteY3" fmla="*/ 711 h 69891"/>
                <a:gd name="connsiteX4" fmla="*/ 31531 w 45600"/>
                <a:gd name="connsiteY4" fmla="*/ 415 h 69891"/>
                <a:gd name="connsiteX5" fmla="*/ 0 w 45600"/>
                <a:gd name="connsiteY5" fmla="*/ 57949 h 69891"/>
                <a:gd name="connsiteX6" fmla="*/ 2385 w 45600"/>
                <a:gd name="connsiteY6" fmla="*/ 65553 h 6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600" h="69891">
                  <a:moveTo>
                    <a:pt x="7299" y="69892"/>
                  </a:moveTo>
                  <a:cubicBezTo>
                    <a:pt x="21243" y="47294"/>
                    <a:pt x="34027" y="24001"/>
                    <a:pt x="45601" y="102"/>
                  </a:cubicBezTo>
                  <a:lnTo>
                    <a:pt x="45502" y="0"/>
                  </a:lnTo>
                  <a:cubicBezTo>
                    <a:pt x="42613" y="475"/>
                    <a:pt x="39690" y="712"/>
                    <a:pt x="36763" y="711"/>
                  </a:cubicBezTo>
                  <a:cubicBezTo>
                    <a:pt x="35016" y="711"/>
                    <a:pt x="33271" y="585"/>
                    <a:pt x="31531" y="415"/>
                  </a:cubicBezTo>
                  <a:cubicBezTo>
                    <a:pt x="21432" y="20797"/>
                    <a:pt x="10922" y="39976"/>
                    <a:pt x="0" y="57949"/>
                  </a:cubicBezTo>
                  <a:lnTo>
                    <a:pt x="2385" y="65553"/>
                  </a:ln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06E249F1-E6A6-B482-CC52-FF7F0FC98ACC}"/>
                </a:ext>
              </a:extLst>
            </p:cNvPr>
            <p:cNvSpPr/>
            <p:nvPr/>
          </p:nvSpPr>
          <p:spPr>
            <a:xfrm>
              <a:off x="5391425" y="3206566"/>
              <a:ext cx="361435" cy="152552"/>
            </a:xfrm>
            <a:custGeom>
              <a:avLst/>
              <a:gdLst>
                <a:gd name="connsiteX0" fmla="*/ 357801 w 361435"/>
                <a:gd name="connsiteY0" fmla="*/ 22389 h 152552"/>
                <a:gd name="connsiteX1" fmla="*/ 361436 w 361435"/>
                <a:gd name="connsiteY1" fmla="*/ 14305 h 152552"/>
                <a:gd name="connsiteX2" fmla="*/ 360841 w 361435"/>
                <a:gd name="connsiteY2" fmla="*/ 9400 h 152552"/>
                <a:gd name="connsiteX3" fmla="*/ 272991 w 361435"/>
                <a:gd name="connsiteY3" fmla="*/ 21101 h 152552"/>
                <a:gd name="connsiteX4" fmla="*/ 295701 w 361435"/>
                <a:gd name="connsiteY4" fmla="*/ 53 h 152552"/>
                <a:gd name="connsiteX5" fmla="*/ 283281 w 361435"/>
                <a:gd name="connsiteY5" fmla="*/ 17 h 152552"/>
                <a:gd name="connsiteX6" fmla="*/ 277632 w 361435"/>
                <a:gd name="connsiteY6" fmla="*/ 0 h 152552"/>
                <a:gd name="connsiteX7" fmla="*/ 178988 w 361435"/>
                <a:gd name="connsiteY7" fmla="*/ 74164 h 152552"/>
                <a:gd name="connsiteX8" fmla="*/ 111542 w 361435"/>
                <a:gd name="connsiteY8" fmla="*/ 108195 h 152552"/>
                <a:gd name="connsiteX9" fmla="*/ 106646 w 361435"/>
                <a:gd name="connsiteY9" fmla="*/ 110220 h 152552"/>
                <a:gd name="connsiteX10" fmla="*/ 4006 w 361435"/>
                <a:gd name="connsiteY10" fmla="*/ 139557 h 152552"/>
                <a:gd name="connsiteX11" fmla="*/ 0 w 361435"/>
                <a:gd name="connsiteY11" fmla="*/ 140051 h 152552"/>
                <a:gd name="connsiteX12" fmla="*/ 1146 w 361435"/>
                <a:gd name="connsiteY12" fmla="*/ 152553 h 152552"/>
                <a:gd name="connsiteX13" fmla="*/ 115115 w 361435"/>
                <a:gd name="connsiteY13" fmla="*/ 120416 h 152552"/>
                <a:gd name="connsiteX14" fmla="*/ 199698 w 361435"/>
                <a:gd name="connsiteY14" fmla="*/ 138926 h 152552"/>
                <a:gd name="connsiteX15" fmla="*/ 209741 w 361435"/>
                <a:gd name="connsiteY15" fmla="*/ 131156 h 152552"/>
                <a:gd name="connsiteX16" fmla="*/ 143449 w 361435"/>
                <a:gd name="connsiteY16" fmla="*/ 107563 h 152552"/>
                <a:gd name="connsiteX17" fmla="*/ 184813 w 361435"/>
                <a:gd name="connsiteY17" fmla="*/ 85307 h 152552"/>
                <a:gd name="connsiteX18" fmla="*/ 258551 w 361435"/>
                <a:gd name="connsiteY18" fmla="*/ 33429 h 152552"/>
                <a:gd name="connsiteX19" fmla="*/ 269520 w 361435"/>
                <a:gd name="connsiteY19" fmla="*/ 33670 h 152552"/>
                <a:gd name="connsiteX20" fmla="*/ 357479 w 361435"/>
                <a:gd name="connsiteY20" fmla="*/ 23104 h 15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1435" h="152552">
                  <a:moveTo>
                    <a:pt x="357801" y="22389"/>
                  </a:moveTo>
                  <a:lnTo>
                    <a:pt x="361436" y="14305"/>
                  </a:lnTo>
                  <a:lnTo>
                    <a:pt x="360841" y="9400"/>
                  </a:lnTo>
                  <a:cubicBezTo>
                    <a:pt x="332117" y="16728"/>
                    <a:pt x="302632" y="20655"/>
                    <a:pt x="272991" y="21101"/>
                  </a:cubicBezTo>
                  <a:cubicBezTo>
                    <a:pt x="280523" y="14489"/>
                    <a:pt x="288107" y="7418"/>
                    <a:pt x="295701" y="53"/>
                  </a:cubicBezTo>
                  <a:lnTo>
                    <a:pt x="283281" y="17"/>
                  </a:lnTo>
                  <a:lnTo>
                    <a:pt x="277632" y="0"/>
                  </a:lnTo>
                  <a:cubicBezTo>
                    <a:pt x="247482" y="28159"/>
                    <a:pt x="214414" y="53022"/>
                    <a:pt x="178988" y="74164"/>
                  </a:cubicBezTo>
                  <a:cubicBezTo>
                    <a:pt x="157313" y="87040"/>
                    <a:pt x="134778" y="98411"/>
                    <a:pt x="111542" y="108195"/>
                  </a:cubicBezTo>
                  <a:lnTo>
                    <a:pt x="106646" y="110220"/>
                  </a:lnTo>
                  <a:cubicBezTo>
                    <a:pt x="73741" y="124101"/>
                    <a:pt x="39277" y="133952"/>
                    <a:pt x="4006" y="139557"/>
                  </a:cubicBezTo>
                  <a:cubicBezTo>
                    <a:pt x="1480" y="139905"/>
                    <a:pt x="0" y="140051"/>
                    <a:pt x="0" y="140051"/>
                  </a:cubicBezTo>
                  <a:lnTo>
                    <a:pt x="1146" y="152553"/>
                  </a:lnTo>
                  <a:cubicBezTo>
                    <a:pt x="3691" y="152320"/>
                    <a:pt x="49945" y="147763"/>
                    <a:pt x="115115" y="120416"/>
                  </a:cubicBezTo>
                  <a:cubicBezTo>
                    <a:pt x="154945" y="116587"/>
                    <a:pt x="182088" y="126918"/>
                    <a:pt x="199698" y="138926"/>
                  </a:cubicBezTo>
                  <a:cubicBezTo>
                    <a:pt x="202701" y="135919"/>
                    <a:pt x="206076" y="133308"/>
                    <a:pt x="209741" y="131156"/>
                  </a:cubicBezTo>
                  <a:cubicBezTo>
                    <a:pt x="190330" y="117162"/>
                    <a:pt x="167338" y="108979"/>
                    <a:pt x="143449" y="107563"/>
                  </a:cubicBezTo>
                  <a:cubicBezTo>
                    <a:pt x="156742" y="101092"/>
                    <a:pt x="170573" y="93736"/>
                    <a:pt x="184813" y="85307"/>
                  </a:cubicBezTo>
                  <a:cubicBezTo>
                    <a:pt x="210694" y="69942"/>
                    <a:pt x="235347" y="52599"/>
                    <a:pt x="258551" y="33429"/>
                  </a:cubicBezTo>
                  <a:cubicBezTo>
                    <a:pt x="260289" y="33518"/>
                    <a:pt x="264047" y="33670"/>
                    <a:pt x="269520" y="33670"/>
                  </a:cubicBezTo>
                  <a:cubicBezTo>
                    <a:pt x="299146" y="33497"/>
                    <a:pt x="328655" y="29952"/>
                    <a:pt x="357479" y="23104"/>
                  </a:cubicBezTo>
                  <a:close/>
                </a:path>
              </a:pathLst>
            </a:custGeom>
            <a:solidFill>
              <a:srgbClr val="FBEBF9"/>
            </a:solidFill>
            <a:ln w="62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504"/>
            </a:p>
          </p:txBody>
        </p:sp>
      </p:grp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8D5ADC07-FCCB-40DE-355A-D582BC9D0E8B}"/>
              </a:ext>
            </a:extLst>
          </p:cNvPr>
          <p:cNvSpPr/>
          <p:nvPr/>
        </p:nvSpPr>
        <p:spPr>
          <a:xfrm>
            <a:off x="699861" y="2404576"/>
            <a:ext cx="196481" cy="293468"/>
          </a:xfrm>
          <a:custGeom>
            <a:avLst/>
            <a:gdLst>
              <a:gd name="connsiteX0" fmla="*/ 18719 w 122232"/>
              <a:gd name="connsiteY0" fmla="*/ 0 h 182568"/>
              <a:gd name="connsiteX1" fmla="*/ 16711 w 122232"/>
              <a:gd name="connsiteY1" fmla="*/ 6277 h 182568"/>
              <a:gd name="connsiteX2" fmla="*/ 19724 w 122232"/>
              <a:gd name="connsiteY2" fmla="*/ 39983 h 182568"/>
              <a:gd name="connsiteX3" fmla="*/ 893 w 122232"/>
              <a:gd name="connsiteY3" fmla="*/ 109843 h 182568"/>
              <a:gd name="connsiteX4" fmla="*/ 3655 w 122232"/>
              <a:gd name="connsiteY4" fmla="*/ 119823 h 182568"/>
              <a:gd name="connsiteX5" fmla="*/ 23992 w 122232"/>
              <a:gd name="connsiteY5" fmla="*/ 135076 h 182568"/>
              <a:gd name="connsiteX6" fmla="*/ 37675 w 122232"/>
              <a:gd name="connsiteY6" fmla="*/ 145746 h 182568"/>
              <a:gd name="connsiteX7" fmla="*/ 61087 w 122232"/>
              <a:gd name="connsiteY7" fmla="*/ 178825 h 182568"/>
              <a:gd name="connsiteX8" fmla="*/ 62594 w 122232"/>
              <a:gd name="connsiteY8" fmla="*/ 182340 h 182568"/>
              <a:gd name="connsiteX9" fmla="*/ 77846 w 122232"/>
              <a:gd name="connsiteY9" fmla="*/ 141666 h 182568"/>
              <a:gd name="connsiteX10" fmla="*/ 88517 w 122232"/>
              <a:gd name="connsiteY10" fmla="*/ 126414 h 182568"/>
              <a:gd name="connsiteX11" fmla="*/ 104774 w 122232"/>
              <a:gd name="connsiteY11" fmla="*/ 115743 h 182568"/>
              <a:gd name="connsiteX12" fmla="*/ 120591 w 122232"/>
              <a:gd name="connsiteY12" fmla="*/ 106077 h 182568"/>
              <a:gd name="connsiteX13" fmla="*/ 18719 w 122232"/>
              <a:gd name="connsiteY13" fmla="*/ 0 h 182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232" h="182568">
                <a:moveTo>
                  <a:pt x="18719" y="0"/>
                </a:moveTo>
                <a:cubicBezTo>
                  <a:pt x="18092" y="2322"/>
                  <a:pt x="17401" y="4519"/>
                  <a:pt x="16711" y="6277"/>
                </a:cubicBezTo>
                <a:cubicBezTo>
                  <a:pt x="18749" y="17395"/>
                  <a:pt x="19757" y="28679"/>
                  <a:pt x="19724" y="39983"/>
                </a:cubicBezTo>
                <a:cubicBezTo>
                  <a:pt x="19724" y="67475"/>
                  <a:pt x="14388" y="96474"/>
                  <a:pt x="893" y="109843"/>
                </a:cubicBezTo>
                <a:cubicBezTo>
                  <a:pt x="-676" y="115743"/>
                  <a:pt x="-425" y="119384"/>
                  <a:pt x="3655" y="119823"/>
                </a:cubicBezTo>
                <a:cubicBezTo>
                  <a:pt x="16209" y="121267"/>
                  <a:pt x="23992" y="135076"/>
                  <a:pt x="23992" y="135076"/>
                </a:cubicBezTo>
                <a:cubicBezTo>
                  <a:pt x="29076" y="150328"/>
                  <a:pt x="37675" y="145746"/>
                  <a:pt x="37675" y="145746"/>
                </a:cubicBezTo>
                <a:cubicBezTo>
                  <a:pt x="65983" y="139093"/>
                  <a:pt x="63598" y="173740"/>
                  <a:pt x="61087" y="178825"/>
                </a:cubicBezTo>
                <a:cubicBezTo>
                  <a:pt x="58577" y="183909"/>
                  <a:pt x="62594" y="182340"/>
                  <a:pt x="62594" y="182340"/>
                </a:cubicBezTo>
                <a:cubicBezTo>
                  <a:pt x="76842" y="180331"/>
                  <a:pt x="69749" y="149324"/>
                  <a:pt x="77846" y="141666"/>
                </a:cubicBezTo>
                <a:cubicBezTo>
                  <a:pt x="82623" y="137555"/>
                  <a:pt x="86292" y="132311"/>
                  <a:pt x="88517" y="126414"/>
                </a:cubicBezTo>
                <a:cubicBezTo>
                  <a:pt x="101070" y="132063"/>
                  <a:pt x="104774" y="115743"/>
                  <a:pt x="104774" y="115743"/>
                </a:cubicBezTo>
                <a:cubicBezTo>
                  <a:pt x="104774" y="115743"/>
                  <a:pt x="117327" y="121643"/>
                  <a:pt x="120591" y="106077"/>
                </a:cubicBezTo>
                <a:cubicBezTo>
                  <a:pt x="135404" y="38602"/>
                  <a:pt x="45835" y="7720"/>
                  <a:pt x="18719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3CFD2884-31EA-D18B-2F43-FF6927A12CF7}"/>
              </a:ext>
            </a:extLst>
          </p:cNvPr>
          <p:cNvSpPr/>
          <p:nvPr/>
        </p:nvSpPr>
        <p:spPr>
          <a:xfrm>
            <a:off x="447539" y="2404980"/>
            <a:ext cx="196497" cy="293366"/>
          </a:xfrm>
          <a:custGeom>
            <a:avLst/>
            <a:gdLst>
              <a:gd name="connsiteX0" fmla="*/ 101373 w 122242"/>
              <a:gd name="connsiteY0" fmla="*/ 39920 h 182505"/>
              <a:gd name="connsiteX1" fmla="*/ 104449 w 122242"/>
              <a:gd name="connsiteY1" fmla="*/ 5900 h 182505"/>
              <a:gd name="connsiteX2" fmla="*/ 102629 w 122242"/>
              <a:gd name="connsiteY2" fmla="*/ 0 h 182505"/>
              <a:gd name="connsiteX3" fmla="*/ 1636 w 122242"/>
              <a:gd name="connsiteY3" fmla="*/ 106014 h 182505"/>
              <a:gd name="connsiteX4" fmla="*/ 17453 w 122242"/>
              <a:gd name="connsiteY4" fmla="*/ 115681 h 182505"/>
              <a:gd name="connsiteX5" fmla="*/ 33710 w 122242"/>
              <a:gd name="connsiteY5" fmla="*/ 126351 h 182505"/>
              <a:gd name="connsiteX6" fmla="*/ 44380 w 122242"/>
              <a:gd name="connsiteY6" fmla="*/ 141603 h 182505"/>
              <a:gd name="connsiteX7" fmla="*/ 59633 w 122242"/>
              <a:gd name="connsiteY7" fmla="*/ 182277 h 182505"/>
              <a:gd name="connsiteX8" fmla="*/ 61139 w 122242"/>
              <a:gd name="connsiteY8" fmla="*/ 178762 h 182505"/>
              <a:gd name="connsiteX9" fmla="*/ 84552 w 122242"/>
              <a:gd name="connsiteY9" fmla="*/ 145683 h 182505"/>
              <a:gd name="connsiteX10" fmla="*/ 98235 w 122242"/>
              <a:gd name="connsiteY10" fmla="*/ 135013 h 182505"/>
              <a:gd name="connsiteX11" fmla="*/ 118572 w 122242"/>
              <a:gd name="connsiteY11" fmla="*/ 119760 h 182505"/>
              <a:gd name="connsiteX12" fmla="*/ 121710 w 122242"/>
              <a:gd name="connsiteY12" fmla="*/ 111224 h 182505"/>
              <a:gd name="connsiteX13" fmla="*/ 101373 w 122242"/>
              <a:gd name="connsiteY13" fmla="*/ 39920 h 182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242" h="182505">
                <a:moveTo>
                  <a:pt x="101373" y="39920"/>
                </a:moveTo>
                <a:cubicBezTo>
                  <a:pt x="101326" y="28508"/>
                  <a:pt x="102356" y="17118"/>
                  <a:pt x="104449" y="5900"/>
                </a:cubicBezTo>
                <a:cubicBezTo>
                  <a:pt x="103821" y="4080"/>
                  <a:pt x="103194" y="2071"/>
                  <a:pt x="102629" y="0"/>
                </a:cubicBezTo>
                <a:cubicBezTo>
                  <a:pt x="74509" y="8160"/>
                  <a:pt x="-12989" y="39041"/>
                  <a:pt x="1636" y="106014"/>
                </a:cubicBezTo>
                <a:cubicBezTo>
                  <a:pt x="5088" y="121581"/>
                  <a:pt x="17453" y="115681"/>
                  <a:pt x="17453" y="115681"/>
                </a:cubicBezTo>
                <a:cubicBezTo>
                  <a:pt x="17453" y="115681"/>
                  <a:pt x="21470" y="132000"/>
                  <a:pt x="33710" y="126351"/>
                </a:cubicBezTo>
                <a:cubicBezTo>
                  <a:pt x="35934" y="132248"/>
                  <a:pt x="39603" y="137492"/>
                  <a:pt x="44380" y="141603"/>
                </a:cubicBezTo>
                <a:cubicBezTo>
                  <a:pt x="52477" y="149261"/>
                  <a:pt x="45385" y="180268"/>
                  <a:pt x="59633" y="182277"/>
                </a:cubicBezTo>
                <a:cubicBezTo>
                  <a:pt x="59633" y="182277"/>
                  <a:pt x="64215" y="183846"/>
                  <a:pt x="61139" y="178762"/>
                </a:cubicBezTo>
                <a:cubicBezTo>
                  <a:pt x="58064" y="173678"/>
                  <a:pt x="56244" y="139030"/>
                  <a:pt x="84552" y="145683"/>
                </a:cubicBezTo>
                <a:cubicBezTo>
                  <a:pt x="84552" y="145683"/>
                  <a:pt x="93151" y="150265"/>
                  <a:pt x="98235" y="135013"/>
                </a:cubicBezTo>
                <a:cubicBezTo>
                  <a:pt x="98235" y="135013"/>
                  <a:pt x="105955" y="121204"/>
                  <a:pt x="118572" y="119760"/>
                </a:cubicBezTo>
                <a:cubicBezTo>
                  <a:pt x="122338" y="119384"/>
                  <a:pt x="122840" y="116245"/>
                  <a:pt x="121710" y="111224"/>
                </a:cubicBezTo>
                <a:cubicBezTo>
                  <a:pt x="107085" y="98357"/>
                  <a:pt x="101373" y="68417"/>
                  <a:pt x="101373" y="3992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56B4697C-EB73-BCC2-1B5B-FCCC8CB1ECE0}"/>
              </a:ext>
            </a:extLst>
          </p:cNvPr>
          <p:cNvSpPr/>
          <p:nvPr/>
        </p:nvSpPr>
        <p:spPr>
          <a:xfrm>
            <a:off x="586376" y="2168647"/>
            <a:ext cx="170212" cy="394436"/>
          </a:xfrm>
          <a:custGeom>
            <a:avLst/>
            <a:gdLst>
              <a:gd name="connsiteX0" fmla="*/ 103945 w 105890"/>
              <a:gd name="connsiteY0" fmla="*/ 3350 h 245381"/>
              <a:gd name="connsiteX1" fmla="*/ 91014 w 105890"/>
              <a:gd name="connsiteY1" fmla="*/ 1906 h 245381"/>
              <a:gd name="connsiteX2" fmla="*/ 52977 w 105890"/>
              <a:gd name="connsiteY2" fmla="*/ 84445 h 245381"/>
              <a:gd name="connsiteX3" fmla="*/ 14877 w 105890"/>
              <a:gd name="connsiteY3" fmla="*/ 1906 h 245381"/>
              <a:gd name="connsiteX4" fmla="*/ 1747 w 105890"/>
              <a:gd name="connsiteY4" fmla="*/ 4112 h 245381"/>
              <a:gd name="connsiteX5" fmla="*/ 3140 w 105890"/>
              <a:gd name="connsiteY5" fmla="*/ 16594 h 245381"/>
              <a:gd name="connsiteX6" fmla="*/ 37285 w 105890"/>
              <a:gd name="connsiteY6" fmla="*/ 110306 h 245381"/>
              <a:gd name="connsiteX7" fmla="*/ 37285 w 105890"/>
              <a:gd name="connsiteY7" fmla="*/ 110306 h 245381"/>
              <a:gd name="connsiteX8" fmla="*/ 32829 w 105890"/>
              <a:gd name="connsiteY8" fmla="*/ 122859 h 245381"/>
              <a:gd name="connsiteX9" fmla="*/ 37976 w 105890"/>
              <a:gd name="connsiteY9" fmla="*/ 150728 h 245381"/>
              <a:gd name="connsiteX10" fmla="*/ 34084 w 105890"/>
              <a:gd name="connsiteY10" fmla="*/ 186380 h 245381"/>
              <a:gd name="connsiteX11" fmla="*/ 52915 w 105890"/>
              <a:gd name="connsiteY11" fmla="*/ 245381 h 245381"/>
              <a:gd name="connsiteX12" fmla="*/ 71745 w 105890"/>
              <a:gd name="connsiteY12" fmla="*/ 186380 h 245381"/>
              <a:gd name="connsiteX13" fmla="*/ 67916 w 105890"/>
              <a:gd name="connsiteY13" fmla="*/ 151042 h 245381"/>
              <a:gd name="connsiteX14" fmla="*/ 73188 w 105890"/>
              <a:gd name="connsiteY14" fmla="*/ 122859 h 245381"/>
              <a:gd name="connsiteX15" fmla="*/ 68544 w 105890"/>
              <a:gd name="connsiteY15" fmla="*/ 109866 h 245381"/>
              <a:gd name="connsiteX16" fmla="*/ 68544 w 105890"/>
              <a:gd name="connsiteY16" fmla="*/ 109866 h 245381"/>
              <a:gd name="connsiteX17" fmla="*/ 102689 w 105890"/>
              <a:gd name="connsiteY17" fmla="*/ 16154 h 245381"/>
              <a:gd name="connsiteX18" fmla="*/ 103945 w 105890"/>
              <a:gd name="connsiteY18" fmla="*/ 3350 h 2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5890" h="245381">
                <a:moveTo>
                  <a:pt x="103945" y="3350"/>
                </a:moveTo>
                <a:cubicBezTo>
                  <a:pt x="100698" y="-481"/>
                  <a:pt x="95027" y="-1114"/>
                  <a:pt x="91014" y="1906"/>
                </a:cubicBezTo>
                <a:cubicBezTo>
                  <a:pt x="67728" y="20736"/>
                  <a:pt x="57371" y="59025"/>
                  <a:pt x="52977" y="84445"/>
                </a:cubicBezTo>
                <a:cubicBezTo>
                  <a:pt x="48521" y="59338"/>
                  <a:pt x="38227" y="20548"/>
                  <a:pt x="14877" y="1906"/>
                </a:cubicBezTo>
                <a:cubicBezTo>
                  <a:pt x="10642" y="-1110"/>
                  <a:pt x="4763" y="-122"/>
                  <a:pt x="1747" y="4112"/>
                </a:cubicBezTo>
                <a:cubicBezTo>
                  <a:pt x="-1037" y="8020"/>
                  <a:pt x="-437" y="13396"/>
                  <a:pt x="3140" y="16594"/>
                </a:cubicBezTo>
                <a:cubicBezTo>
                  <a:pt x="27431" y="36052"/>
                  <a:pt x="36030" y="90848"/>
                  <a:pt x="37285" y="110306"/>
                </a:cubicBezTo>
                <a:cubicBezTo>
                  <a:pt x="37285" y="110306"/>
                  <a:pt x="37285" y="110306"/>
                  <a:pt x="37285" y="110306"/>
                </a:cubicBezTo>
                <a:cubicBezTo>
                  <a:pt x="34865" y="114097"/>
                  <a:pt x="33340" y="118390"/>
                  <a:pt x="32829" y="122859"/>
                </a:cubicBezTo>
                <a:cubicBezTo>
                  <a:pt x="32168" y="132434"/>
                  <a:pt x="33939" y="142021"/>
                  <a:pt x="37976" y="150728"/>
                </a:cubicBezTo>
                <a:cubicBezTo>
                  <a:pt x="35281" y="162418"/>
                  <a:pt x="33975" y="174384"/>
                  <a:pt x="34084" y="186380"/>
                </a:cubicBezTo>
                <a:cubicBezTo>
                  <a:pt x="34084" y="218956"/>
                  <a:pt x="42495" y="245381"/>
                  <a:pt x="52915" y="245381"/>
                </a:cubicBezTo>
                <a:cubicBezTo>
                  <a:pt x="63334" y="245381"/>
                  <a:pt x="71745" y="218956"/>
                  <a:pt x="71745" y="186380"/>
                </a:cubicBezTo>
                <a:cubicBezTo>
                  <a:pt x="71839" y="174492"/>
                  <a:pt x="70554" y="162634"/>
                  <a:pt x="67916" y="151042"/>
                </a:cubicBezTo>
                <a:cubicBezTo>
                  <a:pt x="72025" y="142244"/>
                  <a:pt x="73839" y="132548"/>
                  <a:pt x="73188" y="122859"/>
                </a:cubicBezTo>
                <a:cubicBezTo>
                  <a:pt x="72711" y="118217"/>
                  <a:pt x="71117" y="113759"/>
                  <a:pt x="68544" y="109866"/>
                </a:cubicBezTo>
                <a:lnTo>
                  <a:pt x="68544" y="109866"/>
                </a:lnTo>
                <a:cubicBezTo>
                  <a:pt x="69799" y="90408"/>
                  <a:pt x="78398" y="35612"/>
                  <a:pt x="102689" y="16154"/>
                </a:cubicBezTo>
                <a:cubicBezTo>
                  <a:pt x="106413" y="12882"/>
                  <a:pt x="106962" y="7283"/>
                  <a:pt x="103945" y="335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EC0782D7-16FA-2303-37E9-38F84D7FDCA6}"/>
              </a:ext>
            </a:extLst>
          </p:cNvPr>
          <p:cNvSpPr/>
          <p:nvPr/>
        </p:nvSpPr>
        <p:spPr>
          <a:xfrm>
            <a:off x="727328" y="2216764"/>
            <a:ext cx="344313" cy="274481"/>
          </a:xfrm>
          <a:custGeom>
            <a:avLst/>
            <a:gdLst>
              <a:gd name="connsiteX0" fmla="*/ 214100 w 214199"/>
              <a:gd name="connsiteY0" fmla="*/ 24320 h 170756"/>
              <a:gd name="connsiteX1" fmla="*/ 0 w 214199"/>
              <a:gd name="connsiteY1" fmla="*/ 76794 h 170756"/>
              <a:gd name="connsiteX2" fmla="*/ 4080 w 214199"/>
              <a:gd name="connsiteY2" fmla="*/ 98009 h 170756"/>
              <a:gd name="connsiteX3" fmla="*/ 114111 w 214199"/>
              <a:gd name="connsiteY3" fmla="*/ 169501 h 170756"/>
              <a:gd name="connsiteX4" fmla="*/ 123966 w 214199"/>
              <a:gd name="connsiteY4" fmla="*/ 170757 h 170756"/>
              <a:gd name="connsiteX5" fmla="*/ 160748 w 214199"/>
              <a:gd name="connsiteY5" fmla="*/ 131590 h 170756"/>
              <a:gd name="connsiteX6" fmla="*/ 187675 w 214199"/>
              <a:gd name="connsiteY6" fmla="*/ 87652 h 170756"/>
              <a:gd name="connsiteX7" fmla="*/ 204183 w 214199"/>
              <a:gd name="connsiteY7" fmla="*/ 44657 h 170756"/>
              <a:gd name="connsiteX8" fmla="*/ 214100 w 214199"/>
              <a:gd name="connsiteY8" fmla="*/ 24320 h 170756"/>
              <a:gd name="connsiteX9" fmla="*/ 141415 w 214199"/>
              <a:gd name="connsiteY9" fmla="*/ 147721 h 170756"/>
              <a:gd name="connsiteX10" fmla="*/ 130996 w 214199"/>
              <a:gd name="connsiteY10" fmla="*/ 152052 h 170756"/>
              <a:gd name="connsiteX11" fmla="*/ 131623 w 214199"/>
              <a:gd name="connsiteY11" fmla="*/ 140754 h 170756"/>
              <a:gd name="connsiteX12" fmla="*/ 142043 w 214199"/>
              <a:gd name="connsiteY12" fmla="*/ 136486 h 170756"/>
              <a:gd name="connsiteX13" fmla="*/ 141415 w 214199"/>
              <a:gd name="connsiteY13" fmla="*/ 147721 h 170756"/>
              <a:gd name="connsiteX14" fmla="*/ 169158 w 214199"/>
              <a:gd name="connsiteY14" fmla="*/ 106357 h 170756"/>
              <a:gd name="connsiteX15" fmla="*/ 159304 w 214199"/>
              <a:gd name="connsiteY15" fmla="*/ 111755 h 170756"/>
              <a:gd name="connsiteX16" fmla="*/ 158676 w 214199"/>
              <a:gd name="connsiteY16" fmla="*/ 100520 h 170756"/>
              <a:gd name="connsiteX17" fmla="*/ 168531 w 214199"/>
              <a:gd name="connsiteY17" fmla="*/ 95059 h 170756"/>
              <a:gd name="connsiteX18" fmla="*/ 169158 w 214199"/>
              <a:gd name="connsiteY18" fmla="*/ 106357 h 170756"/>
              <a:gd name="connsiteX19" fmla="*/ 191629 w 214199"/>
              <a:gd name="connsiteY19" fmla="*/ 62420 h 170756"/>
              <a:gd name="connsiteX20" fmla="*/ 182967 w 214199"/>
              <a:gd name="connsiteY20" fmla="*/ 69701 h 170756"/>
              <a:gd name="connsiteX21" fmla="*/ 180143 w 214199"/>
              <a:gd name="connsiteY21" fmla="*/ 58779 h 170756"/>
              <a:gd name="connsiteX22" fmla="*/ 188742 w 214199"/>
              <a:gd name="connsiteY22" fmla="*/ 51498 h 170756"/>
              <a:gd name="connsiteX23" fmla="*/ 191629 w 214199"/>
              <a:gd name="connsiteY23" fmla="*/ 62357 h 170756"/>
              <a:gd name="connsiteX24" fmla="*/ 190876 w 214199"/>
              <a:gd name="connsiteY24" fmla="*/ 33233 h 170756"/>
              <a:gd name="connsiteX25" fmla="*/ 184599 w 214199"/>
              <a:gd name="connsiteY25" fmla="*/ 23692 h 170756"/>
              <a:gd name="connsiteX26" fmla="*/ 190876 w 214199"/>
              <a:gd name="connsiteY26" fmla="*/ 14152 h 170756"/>
              <a:gd name="connsiteX27" fmla="*/ 197153 w 214199"/>
              <a:gd name="connsiteY27" fmla="*/ 23692 h 170756"/>
              <a:gd name="connsiteX28" fmla="*/ 190876 w 214199"/>
              <a:gd name="connsiteY28" fmla="*/ 33170 h 170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14199" h="170756">
                <a:moveTo>
                  <a:pt x="214100" y="24320"/>
                </a:moveTo>
                <a:cubicBezTo>
                  <a:pt x="209957" y="-34242"/>
                  <a:pt x="55675" y="24822"/>
                  <a:pt x="0" y="76794"/>
                </a:cubicBezTo>
                <a:cubicBezTo>
                  <a:pt x="2883" y="83486"/>
                  <a:pt x="4275" y="90725"/>
                  <a:pt x="4080" y="98009"/>
                </a:cubicBezTo>
                <a:cubicBezTo>
                  <a:pt x="24354" y="103470"/>
                  <a:pt x="89318" y="124120"/>
                  <a:pt x="114111" y="169501"/>
                </a:cubicBezTo>
                <a:cubicBezTo>
                  <a:pt x="117333" y="170316"/>
                  <a:pt x="120642" y="170737"/>
                  <a:pt x="123966" y="170757"/>
                </a:cubicBezTo>
                <a:cubicBezTo>
                  <a:pt x="145307" y="170066"/>
                  <a:pt x="160245" y="150420"/>
                  <a:pt x="160748" y="131590"/>
                </a:cubicBezTo>
                <a:cubicBezTo>
                  <a:pt x="179907" y="126339"/>
                  <a:pt x="191693" y="107108"/>
                  <a:pt x="187675" y="87652"/>
                </a:cubicBezTo>
                <a:cubicBezTo>
                  <a:pt x="187675" y="87652"/>
                  <a:pt x="216736" y="72149"/>
                  <a:pt x="204183" y="44657"/>
                </a:cubicBezTo>
                <a:cubicBezTo>
                  <a:pt x="211049" y="40281"/>
                  <a:pt x="214880" y="32424"/>
                  <a:pt x="214100" y="24320"/>
                </a:cubicBezTo>
                <a:close/>
                <a:moveTo>
                  <a:pt x="141415" y="147721"/>
                </a:moveTo>
                <a:cubicBezTo>
                  <a:pt x="138340" y="152052"/>
                  <a:pt x="133695" y="153998"/>
                  <a:pt x="130996" y="152052"/>
                </a:cubicBezTo>
                <a:cubicBezTo>
                  <a:pt x="128297" y="150106"/>
                  <a:pt x="128548" y="145085"/>
                  <a:pt x="131623" y="140754"/>
                </a:cubicBezTo>
                <a:cubicBezTo>
                  <a:pt x="134699" y="136423"/>
                  <a:pt x="139344" y="134477"/>
                  <a:pt x="142043" y="136486"/>
                </a:cubicBezTo>
                <a:cubicBezTo>
                  <a:pt x="144742" y="138494"/>
                  <a:pt x="144491" y="143453"/>
                  <a:pt x="141415" y="147721"/>
                </a:cubicBezTo>
                <a:close/>
                <a:moveTo>
                  <a:pt x="169158" y="106357"/>
                </a:moveTo>
                <a:cubicBezTo>
                  <a:pt x="166585" y="110939"/>
                  <a:pt x="162191" y="113387"/>
                  <a:pt x="159304" y="111755"/>
                </a:cubicBezTo>
                <a:cubicBezTo>
                  <a:pt x="156417" y="110123"/>
                  <a:pt x="156103" y="105102"/>
                  <a:pt x="158676" y="100520"/>
                </a:cubicBezTo>
                <a:cubicBezTo>
                  <a:pt x="161250" y="95938"/>
                  <a:pt x="165643" y="93427"/>
                  <a:pt x="168531" y="95059"/>
                </a:cubicBezTo>
                <a:cubicBezTo>
                  <a:pt x="171418" y="96691"/>
                  <a:pt x="171732" y="101712"/>
                  <a:pt x="169158" y="106357"/>
                </a:cubicBezTo>
                <a:close/>
                <a:moveTo>
                  <a:pt x="191629" y="62420"/>
                </a:moveTo>
                <a:cubicBezTo>
                  <a:pt x="189997" y="67441"/>
                  <a:pt x="186168" y="70705"/>
                  <a:pt x="182967" y="69701"/>
                </a:cubicBezTo>
                <a:cubicBezTo>
                  <a:pt x="179766" y="68697"/>
                  <a:pt x="178574" y="63801"/>
                  <a:pt x="180143" y="58779"/>
                </a:cubicBezTo>
                <a:cubicBezTo>
                  <a:pt x="181712" y="53758"/>
                  <a:pt x="185604" y="50494"/>
                  <a:pt x="188742" y="51498"/>
                </a:cubicBezTo>
                <a:cubicBezTo>
                  <a:pt x="191880" y="52503"/>
                  <a:pt x="193198" y="57336"/>
                  <a:pt x="191629" y="62357"/>
                </a:cubicBezTo>
                <a:close/>
                <a:moveTo>
                  <a:pt x="190876" y="33233"/>
                </a:moveTo>
                <a:cubicBezTo>
                  <a:pt x="187549" y="33233"/>
                  <a:pt x="184599" y="28965"/>
                  <a:pt x="184599" y="23692"/>
                </a:cubicBezTo>
                <a:cubicBezTo>
                  <a:pt x="184599" y="18420"/>
                  <a:pt x="187298" y="14152"/>
                  <a:pt x="190876" y="14152"/>
                </a:cubicBezTo>
                <a:cubicBezTo>
                  <a:pt x="194454" y="14152"/>
                  <a:pt x="197153" y="18420"/>
                  <a:pt x="197153" y="23692"/>
                </a:cubicBezTo>
                <a:cubicBezTo>
                  <a:pt x="197153" y="28965"/>
                  <a:pt x="194140" y="33170"/>
                  <a:pt x="190876" y="3317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79C13DB6-C36C-069A-581C-192776026E9E}"/>
              </a:ext>
            </a:extLst>
          </p:cNvPr>
          <p:cNvSpPr/>
          <p:nvPr/>
        </p:nvSpPr>
        <p:spPr>
          <a:xfrm>
            <a:off x="291266" y="2212377"/>
            <a:ext cx="319594" cy="274087"/>
          </a:xfrm>
          <a:custGeom>
            <a:avLst/>
            <a:gdLst>
              <a:gd name="connsiteX0" fmla="*/ 9774 w 214208"/>
              <a:gd name="connsiteY0" fmla="*/ 44663 h 170511"/>
              <a:gd name="connsiteX1" fmla="*/ 26533 w 214208"/>
              <a:gd name="connsiteY1" fmla="*/ 87408 h 170511"/>
              <a:gd name="connsiteX2" fmla="*/ 53461 w 214208"/>
              <a:gd name="connsiteY2" fmla="*/ 131345 h 170511"/>
              <a:gd name="connsiteX3" fmla="*/ 90242 w 214208"/>
              <a:gd name="connsiteY3" fmla="*/ 170512 h 170511"/>
              <a:gd name="connsiteX4" fmla="*/ 100097 w 214208"/>
              <a:gd name="connsiteY4" fmla="*/ 169257 h 170511"/>
              <a:gd name="connsiteX5" fmla="*/ 210128 w 214208"/>
              <a:gd name="connsiteY5" fmla="*/ 97764 h 170511"/>
              <a:gd name="connsiteX6" fmla="*/ 214208 w 214208"/>
              <a:gd name="connsiteY6" fmla="*/ 76549 h 170511"/>
              <a:gd name="connsiteX7" fmla="*/ 108 w 214208"/>
              <a:gd name="connsiteY7" fmla="*/ 24326 h 170511"/>
              <a:gd name="connsiteX8" fmla="*/ 9774 w 214208"/>
              <a:gd name="connsiteY8" fmla="*/ 44663 h 170511"/>
              <a:gd name="connsiteX9" fmla="*/ 72165 w 214208"/>
              <a:gd name="connsiteY9" fmla="*/ 136241 h 170511"/>
              <a:gd name="connsiteX10" fmla="*/ 82585 w 214208"/>
              <a:gd name="connsiteY10" fmla="*/ 140509 h 170511"/>
              <a:gd name="connsiteX11" fmla="*/ 83212 w 214208"/>
              <a:gd name="connsiteY11" fmla="*/ 151807 h 170511"/>
              <a:gd name="connsiteX12" fmla="*/ 72793 w 214208"/>
              <a:gd name="connsiteY12" fmla="*/ 147476 h 170511"/>
              <a:gd name="connsiteX13" fmla="*/ 72165 w 214208"/>
              <a:gd name="connsiteY13" fmla="*/ 136241 h 170511"/>
              <a:gd name="connsiteX14" fmla="*/ 45677 w 214208"/>
              <a:gd name="connsiteY14" fmla="*/ 94814 h 170511"/>
              <a:gd name="connsiteX15" fmla="*/ 55595 w 214208"/>
              <a:gd name="connsiteY15" fmla="*/ 100275 h 170511"/>
              <a:gd name="connsiteX16" fmla="*/ 54967 w 214208"/>
              <a:gd name="connsiteY16" fmla="*/ 111511 h 170511"/>
              <a:gd name="connsiteX17" fmla="*/ 45050 w 214208"/>
              <a:gd name="connsiteY17" fmla="*/ 106113 h 170511"/>
              <a:gd name="connsiteX18" fmla="*/ 45677 w 214208"/>
              <a:gd name="connsiteY18" fmla="*/ 95065 h 170511"/>
              <a:gd name="connsiteX19" fmla="*/ 25466 w 214208"/>
              <a:gd name="connsiteY19" fmla="*/ 51191 h 170511"/>
              <a:gd name="connsiteX20" fmla="*/ 34065 w 214208"/>
              <a:gd name="connsiteY20" fmla="*/ 58472 h 170511"/>
              <a:gd name="connsiteX21" fmla="*/ 31241 w 214208"/>
              <a:gd name="connsiteY21" fmla="*/ 69394 h 170511"/>
              <a:gd name="connsiteX22" fmla="*/ 22579 w 214208"/>
              <a:gd name="connsiteY22" fmla="*/ 62112 h 170511"/>
              <a:gd name="connsiteX23" fmla="*/ 25466 w 214208"/>
              <a:gd name="connsiteY23" fmla="*/ 51442 h 170511"/>
              <a:gd name="connsiteX24" fmla="*/ 17244 w 214208"/>
              <a:gd name="connsiteY24" fmla="*/ 23636 h 170511"/>
              <a:gd name="connsiteX25" fmla="*/ 23520 w 214208"/>
              <a:gd name="connsiteY25" fmla="*/ 14095 h 170511"/>
              <a:gd name="connsiteX26" fmla="*/ 29483 w 214208"/>
              <a:gd name="connsiteY26" fmla="*/ 23636 h 170511"/>
              <a:gd name="connsiteX27" fmla="*/ 23520 w 214208"/>
              <a:gd name="connsiteY27" fmla="*/ 33177 h 170511"/>
              <a:gd name="connsiteX28" fmla="*/ 17244 w 214208"/>
              <a:gd name="connsiteY28" fmla="*/ 23636 h 17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14208" h="170511">
                <a:moveTo>
                  <a:pt x="9774" y="44663"/>
                </a:moveTo>
                <a:cubicBezTo>
                  <a:pt x="-2779" y="72155"/>
                  <a:pt x="26533" y="87408"/>
                  <a:pt x="26533" y="87408"/>
                </a:cubicBezTo>
                <a:cubicBezTo>
                  <a:pt x="22515" y="106863"/>
                  <a:pt x="34301" y="126094"/>
                  <a:pt x="53461" y="131345"/>
                </a:cubicBezTo>
                <a:cubicBezTo>
                  <a:pt x="53963" y="150175"/>
                  <a:pt x="68901" y="169822"/>
                  <a:pt x="90242" y="170512"/>
                </a:cubicBezTo>
                <a:cubicBezTo>
                  <a:pt x="93566" y="170493"/>
                  <a:pt x="96875" y="170071"/>
                  <a:pt x="100097" y="169257"/>
                </a:cubicBezTo>
                <a:cubicBezTo>
                  <a:pt x="124890" y="123876"/>
                  <a:pt x="189854" y="103225"/>
                  <a:pt x="210128" y="97764"/>
                </a:cubicBezTo>
                <a:cubicBezTo>
                  <a:pt x="209993" y="90485"/>
                  <a:pt x="211382" y="83259"/>
                  <a:pt x="214208" y="76549"/>
                </a:cubicBezTo>
                <a:cubicBezTo>
                  <a:pt x="158533" y="24829"/>
                  <a:pt x="4251" y="-34236"/>
                  <a:pt x="108" y="24326"/>
                </a:cubicBezTo>
                <a:cubicBezTo>
                  <a:pt x="-696" y="32374"/>
                  <a:pt x="3026" y="40205"/>
                  <a:pt x="9774" y="44663"/>
                </a:cubicBezTo>
                <a:close/>
                <a:moveTo>
                  <a:pt x="72165" y="136241"/>
                </a:moveTo>
                <a:cubicBezTo>
                  <a:pt x="74864" y="134295"/>
                  <a:pt x="79572" y="136241"/>
                  <a:pt x="82585" y="140509"/>
                </a:cubicBezTo>
                <a:cubicBezTo>
                  <a:pt x="85597" y="144777"/>
                  <a:pt x="85974" y="149861"/>
                  <a:pt x="83212" y="151807"/>
                </a:cubicBezTo>
                <a:cubicBezTo>
                  <a:pt x="80451" y="153753"/>
                  <a:pt x="75869" y="151807"/>
                  <a:pt x="72793" y="147476"/>
                </a:cubicBezTo>
                <a:cubicBezTo>
                  <a:pt x="69717" y="143145"/>
                  <a:pt x="69466" y="138438"/>
                  <a:pt x="72165" y="136241"/>
                </a:cubicBezTo>
                <a:close/>
                <a:moveTo>
                  <a:pt x="45677" y="94814"/>
                </a:moveTo>
                <a:cubicBezTo>
                  <a:pt x="48565" y="93182"/>
                  <a:pt x="53021" y="95630"/>
                  <a:pt x="55595" y="100275"/>
                </a:cubicBezTo>
                <a:cubicBezTo>
                  <a:pt x="58168" y="104920"/>
                  <a:pt x="57854" y="109879"/>
                  <a:pt x="54967" y="111511"/>
                </a:cubicBezTo>
                <a:cubicBezTo>
                  <a:pt x="52080" y="113142"/>
                  <a:pt x="47623" y="110695"/>
                  <a:pt x="45050" y="106113"/>
                </a:cubicBezTo>
                <a:cubicBezTo>
                  <a:pt x="42476" y="101530"/>
                  <a:pt x="42790" y="96697"/>
                  <a:pt x="45677" y="95065"/>
                </a:cubicBezTo>
                <a:close/>
                <a:moveTo>
                  <a:pt x="25466" y="51191"/>
                </a:moveTo>
                <a:cubicBezTo>
                  <a:pt x="28605" y="50187"/>
                  <a:pt x="32496" y="53451"/>
                  <a:pt x="34065" y="58472"/>
                </a:cubicBezTo>
                <a:cubicBezTo>
                  <a:pt x="35635" y="63493"/>
                  <a:pt x="34379" y="68389"/>
                  <a:pt x="31241" y="69394"/>
                </a:cubicBezTo>
                <a:cubicBezTo>
                  <a:pt x="28102" y="70398"/>
                  <a:pt x="24211" y="67134"/>
                  <a:pt x="22579" y="62112"/>
                </a:cubicBezTo>
                <a:cubicBezTo>
                  <a:pt x="20947" y="57091"/>
                  <a:pt x="22265" y="52446"/>
                  <a:pt x="25466" y="51442"/>
                </a:cubicBezTo>
                <a:close/>
                <a:moveTo>
                  <a:pt x="17244" y="23636"/>
                </a:moveTo>
                <a:cubicBezTo>
                  <a:pt x="17244" y="18364"/>
                  <a:pt x="19943" y="14095"/>
                  <a:pt x="23520" y="14095"/>
                </a:cubicBezTo>
                <a:cubicBezTo>
                  <a:pt x="27098" y="14095"/>
                  <a:pt x="29483" y="18364"/>
                  <a:pt x="29483" y="23636"/>
                </a:cubicBezTo>
                <a:cubicBezTo>
                  <a:pt x="29483" y="28908"/>
                  <a:pt x="26847" y="33177"/>
                  <a:pt x="23520" y="33177"/>
                </a:cubicBezTo>
                <a:cubicBezTo>
                  <a:pt x="20194" y="33177"/>
                  <a:pt x="17244" y="28908"/>
                  <a:pt x="17244" y="23636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 dirty="0"/>
          </a:p>
        </p:txBody>
      </p:sp>
      <p:sp>
        <p:nvSpPr>
          <p:cNvPr id="55" name="그래픽 20" descr="해바라기 단색으로 채워진">
            <a:extLst>
              <a:ext uri="{FF2B5EF4-FFF2-40B4-BE49-F238E27FC236}">
                <a16:creationId xmlns:a16="http://schemas.microsoft.com/office/drawing/2014/main" id="{7A85364A-61FE-F385-5FE7-7D8EEB4F353C}"/>
              </a:ext>
            </a:extLst>
          </p:cNvPr>
          <p:cNvSpPr/>
          <p:nvPr/>
        </p:nvSpPr>
        <p:spPr>
          <a:xfrm>
            <a:off x="3589154" y="1539719"/>
            <a:ext cx="643024" cy="878685"/>
          </a:xfrm>
          <a:custGeom>
            <a:avLst/>
            <a:gdLst>
              <a:gd name="connsiteX0" fmla="*/ 392937 w 400029"/>
              <a:gd name="connsiteY0" fmla="*/ 208219 h 546635"/>
              <a:gd name="connsiteX1" fmla="*/ 400030 w 400029"/>
              <a:gd name="connsiteY1" fmla="*/ 200015 h 546635"/>
              <a:gd name="connsiteX2" fmla="*/ 392937 w 400029"/>
              <a:gd name="connsiteY2" fmla="*/ 191805 h 546635"/>
              <a:gd name="connsiteX3" fmla="*/ 326611 w 400029"/>
              <a:gd name="connsiteY3" fmla="*/ 147554 h 546635"/>
              <a:gd name="connsiteX4" fmla="*/ 342234 w 400029"/>
              <a:gd name="connsiteY4" fmla="*/ 69396 h 546635"/>
              <a:gd name="connsiteX5" fmla="*/ 341436 w 400029"/>
              <a:gd name="connsiteY5" fmla="*/ 58581 h 546635"/>
              <a:gd name="connsiteX6" fmla="*/ 330622 w 400029"/>
              <a:gd name="connsiteY6" fmla="*/ 57790 h 546635"/>
              <a:gd name="connsiteX7" fmla="*/ 252432 w 400029"/>
              <a:gd name="connsiteY7" fmla="*/ 73400 h 546635"/>
              <a:gd name="connsiteX8" fmla="*/ 208206 w 400029"/>
              <a:gd name="connsiteY8" fmla="*/ 7086 h 546635"/>
              <a:gd name="connsiteX9" fmla="*/ 200002 w 400029"/>
              <a:gd name="connsiteY9" fmla="*/ 0 h 546635"/>
              <a:gd name="connsiteX10" fmla="*/ 191799 w 400029"/>
              <a:gd name="connsiteY10" fmla="*/ 7093 h 546635"/>
              <a:gd name="connsiteX11" fmla="*/ 147554 w 400029"/>
              <a:gd name="connsiteY11" fmla="*/ 73375 h 546635"/>
              <a:gd name="connsiteX12" fmla="*/ 69396 w 400029"/>
              <a:gd name="connsiteY12" fmla="*/ 57790 h 546635"/>
              <a:gd name="connsiteX13" fmla="*/ 58587 w 400029"/>
              <a:gd name="connsiteY13" fmla="*/ 58581 h 546635"/>
              <a:gd name="connsiteX14" fmla="*/ 57790 w 400029"/>
              <a:gd name="connsiteY14" fmla="*/ 69396 h 546635"/>
              <a:gd name="connsiteX15" fmla="*/ 73432 w 400029"/>
              <a:gd name="connsiteY15" fmla="*/ 147579 h 546635"/>
              <a:gd name="connsiteX16" fmla="*/ 7080 w 400029"/>
              <a:gd name="connsiteY16" fmla="*/ 191811 h 546635"/>
              <a:gd name="connsiteX17" fmla="*/ 0 w 400029"/>
              <a:gd name="connsiteY17" fmla="*/ 200015 h 546635"/>
              <a:gd name="connsiteX18" fmla="*/ 7105 w 400029"/>
              <a:gd name="connsiteY18" fmla="*/ 208219 h 546635"/>
              <a:gd name="connsiteX19" fmla="*/ 73457 w 400029"/>
              <a:gd name="connsiteY19" fmla="*/ 252445 h 546635"/>
              <a:gd name="connsiteX20" fmla="*/ 57815 w 400029"/>
              <a:gd name="connsiteY20" fmla="*/ 330634 h 546635"/>
              <a:gd name="connsiteX21" fmla="*/ 58575 w 400029"/>
              <a:gd name="connsiteY21" fmla="*/ 341449 h 546635"/>
              <a:gd name="connsiteX22" fmla="*/ 69383 w 400029"/>
              <a:gd name="connsiteY22" fmla="*/ 342240 h 546635"/>
              <a:gd name="connsiteX23" fmla="*/ 83330 w 400029"/>
              <a:gd name="connsiteY23" fmla="*/ 342742 h 546635"/>
              <a:gd name="connsiteX24" fmla="*/ 147554 w 400029"/>
              <a:gd name="connsiteY24" fmla="*/ 326705 h 546635"/>
              <a:gd name="connsiteX25" fmla="*/ 174889 w 400029"/>
              <a:gd name="connsiteY25" fmla="*/ 376360 h 546635"/>
              <a:gd name="connsiteX26" fmla="*/ 174889 w 400029"/>
              <a:gd name="connsiteY26" fmla="*/ 444833 h 546635"/>
              <a:gd name="connsiteX27" fmla="*/ 105763 w 400029"/>
              <a:gd name="connsiteY27" fmla="*/ 424867 h 546635"/>
              <a:gd name="connsiteX28" fmla="*/ 19245 w 400029"/>
              <a:gd name="connsiteY28" fmla="*/ 459226 h 546635"/>
              <a:gd name="connsiteX29" fmla="*/ 136839 w 400029"/>
              <a:gd name="connsiteY29" fmla="*/ 508975 h 546635"/>
              <a:gd name="connsiteX30" fmla="*/ 174902 w 400029"/>
              <a:gd name="connsiteY30" fmla="*/ 495493 h 546635"/>
              <a:gd name="connsiteX31" fmla="*/ 174902 w 400029"/>
              <a:gd name="connsiteY31" fmla="*/ 546636 h 546635"/>
              <a:gd name="connsiteX32" fmla="*/ 225116 w 400029"/>
              <a:gd name="connsiteY32" fmla="*/ 546636 h 546635"/>
              <a:gd name="connsiteX33" fmla="*/ 225116 w 400029"/>
              <a:gd name="connsiteY33" fmla="*/ 474089 h 546635"/>
              <a:gd name="connsiteX34" fmla="*/ 269473 w 400029"/>
              <a:gd name="connsiteY34" fmla="*/ 492656 h 546635"/>
              <a:gd name="connsiteX35" fmla="*/ 387062 w 400029"/>
              <a:gd name="connsiteY35" fmla="*/ 442931 h 546635"/>
              <a:gd name="connsiteX36" fmla="*/ 300537 w 400029"/>
              <a:gd name="connsiteY36" fmla="*/ 408547 h 546635"/>
              <a:gd name="connsiteX37" fmla="*/ 225116 w 400029"/>
              <a:gd name="connsiteY37" fmla="*/ 432976 h 546635"/>
              <a:gd name="connsiteX38" fmla="*/ 225116 w 400029"/>
              <a:gd name="connsiteY38" fmla="*/ 376228 h 546635"/>
              <a:gd name="connsiteX39" fmla="*/ 252426 w 400029"/>
              <a:gd name="connsiteY39" fmla="*/ 326680 h 546635"/>
              <a:gd name="connsiteX40" fmla="*/ 316681 w 400029"/>
              <a:gd name="connsiteY40" fmla="*/ 342742 h 546635"/>
              <a:gd name="connsiteX41" fmla="*/ 330622 w 400029"/>
              <a:gd name="connsiteY41" fmla="*/ 342240 h 546635"/>
              <a:gd name="connsiteX42" fmla="*/ 341436 w 400029"/>
              <a:gd name="connsiteY42" fmla="*/ 341449 h 546635"/>
              <a:gd name="connsiteX43" fmla="*/ 342234 w 400029"/>
              <a:gd name="connsiteY43" fmla="*/ 330634 h 546635"/>
              <a:gd name="connsiteX44" fmla="*/ 326604 w 400029"/>
              <a:gd name="connsiteY44" fmla="*/ 252476 h 546635"/>
              <a:gd name="connsiteX45" fmla="*/ 392937 w 400029"/>
              <a:gd name="connsiteY45" fmla="*/ 208219 h 546635"/>
              <a:gd name="connsiteX46" fmla="*/ 262927 w 400029"/>
              <a:gd name="connsiteY46" fmla="*/ 97120 h 546635"/>
              <a:gd name="connsiteX47" fmla="*/ 317246 w 400029"/>
              <a:gd name="connsiteY47" fmla="*/ 82389 h 546635"/>
              <a:gd name="connsiteX48" fmla="*/ 317604 w 400029"/>
              <a:gd name="connsiteY48" fmla="*/ 82389 h 546635"/>
              <a:gd name="connsiteX49" fmla="*/ 302872 w 400029"/>
              <a:gd name="connsiteY49" fmla="*/ 137059 h 546635"/>
              <a:gd name="connsiteX50" fmla="*/ 279340 w 400029"/>
              <a:gd name="connsiteY50" fmla="*/ 149368 h 546635"/>
              <a:gd name="connsiteX51" fmla="*/ 250643 w 400029"/>
              <a:gd name="connsiteY51" fmla="*/ 120645 h 546635"/>
              <a:gd name="connsiteX52" fmla="*/ 262927 w 400029"/>
              <a:gd name="connsiteY52" fmla="*/ 97152 h 546635"/>
              <a:gd name="connsiteX53" fmla="*/ 82784 w 400029"/>
              <a:gd name="connsiteY53" fmla="*/ 82389 h 546635"/>
              <a:gd name="connsiteX54" fmla="*/ 137097 w 400029"/>
              <a:gd name="connsiteY54" fmla="*/ 97114 h 546635"/>
              <a:gd name="connsiteX55" fmla="*/ 149393 w 400029"/>
              <a:gd name="connsiteY55" fmla="*/ 120614 h 546635"/>
              <a:gd name="connsiteX56" fmla="*/ 120689 w 400029"/>
              <a:gd name="connsiteY56" fmla="*/ 149368 h 546635"/>
              <a:gd name="connsiteX57" fmla="*/ 97152 w 400029"/>
              <a:gd name="connsiteY57" fmla="*/ 137059 h 546635"/>
              <a:gd name="connsiteX58" fmla="*/ 82420 w 400029"/>
              <a:gd name="connsiteY58" fmla="*/ 82389 h 546635"/>
              <a:gd name="connsiteX59" fmla="*/ 33700 w 400029"/>
              <a:gd name="connsiteY59" fmla="*/ 200015 h 546635"/>
              <a:gd name="connsiteX60" fmla="*/ 82784 w 400029"/>
              <a:gd name="connsiteY60" fmla="*/ 171770 h 546635"/>
              <a:gd name="connsiteX61" fmla="*/ 108111 w 400029"/>
              <a:gd name="connsiteY61" fmla="*/ 179653 h 546635"/>
              <a:gd name="connsiteX62" fmla="*/ 108161 w 400029"/>
              <a:gd name="connsiteY62" fmla="*/ 220345 h 546635"/>
              <a:gd name="connsiteX63" fmla="*/ 82784 w 400029"/>
              <a:gd name="connsiteY63" fmla="*/ 228260 h 546635"/>
              <a:gd name="connsiteX64" fmla="*/ 33700 w 400029"/>
              <a:gd name="connsiteY64" fmla="*/ 200015 h 546635"/>
              <a:gd name="connsiteX65" fmla="*/ 137091 w 400029"/>
              <a:gd name="connsiteY65" fmla="*/ 302878 h 546635"/>
              <a:gd name="connsiteX66" fmla="*/ 82778 w 400029"/>
              <a:gd name="connsiteY66" fmla="*/ 317610 h 546635"/>
              <a:gd name="connsiteX67" fmla="*/ 82426 w 400029"/>
              <a:gd name="connsiteY67" fmla="*/ 317610 h 546635"/>
              <a:gd name="connsiteX68" fmla="*/ 97158 w 400029"/>
              <a:gd name="connsiteY68" fmla="*/ 262933 h 546635"/>
              <a:gd name="connsiteX69" fmla="*/ 120815 w 400029"/>
              <a:gd name="connsiteY69" fmla="*/ 250606 h 546635"/>
              <a:gd name="connsiteX70" fmla="*/ 149443 w 400029"/>
              <a:gd name="connsiteY70" fmla="*/ 279184 h 546635"/>
              <a:gd name="connsiteX71" fmla="*/ 137091 w 400029"/>
              <a:gd name="connsiteY71" fmla="*/ 302878 h 546635"/>
              <a:gd name="connsiteX72" fmla="*/ 200015 w 400029"/>
              <a:gd name="connsiteY72" fmla="*/ 366317 h 546635"/>
              <a:gd name="connsiteX73" fmla="*/ 171770 w 400029"/>
              <a:gd name="connsiteY73" fmla="*/ 317246 h 546635"/>
              <a:gd name="connsiteX74" fmla="*/ 179716 w 400029"/>
              <a:gd name="connsiteY74" fmla="*/ 291800 h 546635"/>
              <a:gd name="connsiteX75" fmla="*/ 220276 w 400029"/>
              <a:gd name="connsiteY75" fmla="*/ 291800 h 546635"/>
              <a:gd name="connsiteX76" fmla="*/ 228241 w 400029"/>
              <a:gd name="connsiteY76" fmla="*/ 317252 h 546635"/>
              <a:gd name="connsiteX77" fmla="*/ 200015 w 400029"/>
              <a:gd name="connsiteY77" fmla="*/ 366317 h 546635"/>
              <a:gd name="connsiteX78" fmla="*/ 220421 w 400029"/>
              <a:gd name="connsiteY78" fmla="*/ 108042 h 546635"/>
              <a:gd name="connsiteX79" fmla="*/ 179622 w 400029"/>
              <a:gd name="connsiteY79" fmla="*/ 108042 h 546635"/>
              <a:gd name="connsiteX80" fmla="*/ 171763 w 400029"/>
              <a:gd name="connsiteY80" fmla="*/ 82784 h 546635"/>
              <a:gd name="connsiteX81" fmla="*/ 200009 w 400029"/>
              <a:gd name="connsiteY81" fmla="*/ 33706 h 546635"/>
              <a:gd name="connsiteX82" fmla="*/ 228254 w 400029"/>
              <a:gd name="connsiteY82" fmla="*/ 82784 h 546635"/>
              <a:gd name="connsiteX83" fmla="*/ 220421 w 400029"/>
              <a:gd name="connsiteY83" fmla="*/ 108042 h 546635"/>
              <a:gd name="connsiteX84" fmla="*/ 317246 w 400029"/>
              <a:gd name="connsiteY84" fmla="*/ 317610 h 546635"/>
              <a:gd name="connsiteX85" fmla="*/ 262927 w 400029"/>
              <a:gd name="connsiteY85" fmla="*/ 302885 h 546635"/>
              <a:gd name="connsiteX86" fmla="*/ 250587 w 400029"/>
              <a:gd name="connsiteY86" fmla="*/ 279184 h 546635"/>
              <a:gd name="connsiteX87" fmla="*/ 279215 w 400029"/>
              <a:gd name="connsiteY87" fmla="*/ 250606 h 546635"/>
              <a:gd name="connsiteX88" fmla="*/ 302872 w 400029"/>
              <a:gd name="connsiteY88" fmla="*/ 262927 h 546635"/>
              <a:gd name="connsiteX89" fmla="*/ 317604 w 400029"/>
              <a:gd name="connsiteY89" fmla="*/ 317597 h 546635"/>
              <a:gd name="connsiteX90" fmla="*/ 317246 w 400029"/>
              <a:gd name="connsiteY90" fmla="*/ 228260 h 546635"/>
              <a:gd name="connsiteX91" fmla="*/ 291863 w 400029"/>
              <a:gd name="connsiteY91" fmla="*/ 220339 h 546635"/>
              <a:gd name="connsiteX92" fmla="*/ 291913 w 400029"/>
              <a:gd name="connsiteY92" fmla="*/ 179653 h 546635"/>
              <a:gd name="connsiteX93" fmla="*/ 317246 w 400029"/>
              <a:gd name="connsiteY93" fmla="*/ 171770 h 546635"/>
              <a:gd name="connsiteX94" fmla="*/ 366317 w 400029"/>
              <a:gd name="connsiteY94" fmla="*/ 200015 h 546635"/>
              <a:gd name="connsiteX95" fmla="*/ 317246 w 400029"/>
              <a:gd name="connsiteY95" fmla="*/ 228260 h 546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400029" h="546635">
                <a:moveTo>
                  <a:pt x="392937" y="208219"/>
                </a:moveTo>
                <a:lnTo>
                  <a:pt x="400030" y="200015"/>
                </a:lnTo>
                <a:lnTo>
                  <a:pt x="392937" y="191805"/>
                </a:lnTo>
                <a:cubicBezTo>
                  <a:pt x="382323" y="179521"/>
                  <a:pt x="356036" y="152588"/>
                  <a:pt x="326611" y="147554"/>
                </a:cubicBezTo>
                <a:cubicBezTo>
                  <a:pt x="344374" y="122221"/>
                  <a:pt x="343156" y="82062"/>
                  <a:pt x="342234" y="69396"/>
                </a:cubicBezTo>
                <a:lnTo>
                  <a:pt x="341436" y="58581"/>
                </a:lnTo>
                <a:lnTo>
                  <a:pt x="330622" y="57790"/>
                </a:lnTo>
                <a:cubicBezTo>
                  <a:pt x="314434" y="56616"/>
                  <a:pt x="276805" y="56146"/>
                  <a:pt x="252432" y="73400"/>
                </a:cubicBezTo>
                <a:cubicBezTo>
                  <a:pt x="247091" y="42908"/>
                  <a:pt x="217822" y="15378"/>
                  <a:pt x="208206" y="7086"/>
                </a:cubicBezTo>
                <a:lnTo>
                  <a:pt x="200002" y="0"/>
                </a:lnTo>
                <a:lnTo>
                  <a:pt x="191799" y="7093"/>
                </a:lnTo>
                <a:cubicBezTo>
                  <a:pt x="179521" y="17700"/>
                  <a:pt x="152607" y="43969"/>
                  <a:pt x="147554" y="73375"/>
                </a:cubicBezTo>
                <a:cubicBezTo>
                  <a:pt x="123188" y="56146"/>
                  <a:pt x="85583" y="56610"/>
                  <a:pt x="69396" y="57790"/>
                </a:cubicBezTo>
                <a:lnTo>
                  <a:pt x="58587" y="58581"/>
                </a:lnTo>
                <a:lnTo>
                  <a:pt x="57790" y="69396"/>
                </a:lnTo>
                <a:cubicBezTo>
                  <a:pt x="56861" y="82062"/>
                  <a:pt x="55643" y="122252"/>
                  <a:pt x="73432" y="147579"/>
                </a:cubicBezTo>
                <a:cubicBezTo>
                  <a:pt x="42933" y="152914"/>
                  <a:pt x="15384" y="182195"/>
                  <a:pt x="7080" y="191811"/>
                </a:cubicBezTo>
                <a:lnTo>
                  <a:pt x="0" y="200015"/>
                </a:lnTo>
                <a:lnTo>
                  <a:pt x="7105" y="208219"/>
                </a:lnTo>
                <a:cubicBezTo>
                  <a:pt x="15409" y="217835"/>
                  <a:pt x="42958" y="247134"/>
                  <a:pt x="73457" y="252445"/>
                </a:cubicBezTo>
                <a:cubicBezTo>
                  <a:pt x="55668" y="277778"/>
                  <a:pt x="56886" y="317961"/>
                  <a:pt x="57815" y="330634"/>
                </a:cubicBezTo>
                <a:lnTo>
                  <a:pt x="58575" y="341449"/>
                </a:lnTo>
                <a:lnTo>
                  <a:pt x="69383" y="342240"/>
                </a:lnTo>
                <a:cubicBezTo>
                  <a:pt x="73061" y="342510"/>
                  <a:pt x="77844" y="342742"/>
                  <a:pt x="83330" y="342742"/>
                </a:cubicBezTo>
                <a:cubicBezTo>
                  <a:pt x="101978" y="342742"/>
                  <a:pt x="128717" y="340005"/>
                  <a:pt x="147554" y="326705"/>
                </a:cubicBezTo>
                <a:cubicBezTo>
                  <a:pt x="150830" y="345711"/>
                  <a:pt x="163189" y="363367"/>
                  <a:pt x="174889" y="376360"/>
                </a:cubicBezTo>
                <a:lnTo>
                  <a:pt x="174889" y="444833"/>
                </a:lnTo>
                <a:cubicBezTo>
                  <a:pt x="154289" y="431576"/>
                  <a:pt x="130260" y="424635"/>
                  <a:pt x="105763" y="424867"/>
                </a:cubicBezTo>
                <a:cubicBezTo>
                  <a:pt x="73464" y="424147"/>
                  <a:pt x="42250" y="436543"/>
                  <a:pt x="19245" y="459226"/>
                </a:cubicBezTo>
                <a:cubicBezTo>
                  <a:pt x="58801" y="468289"/>
                  <a:pt x="97283" y="508975"/>
                  <a:pt x="136839" y="508975"/>
                </a:cubicBezTo>
                <a:cubicBezTo>
                  <a:pt x="150643" y="508668"/>
                  <a:pt x="163983" y="503943"/>
                  <a:pt x="174902" y="495493"/>
                </a:cubicBezTo>
                <a:lnTo>
                  <a:pt x="174902" y="546636"/>
                </a:lnTo>
                <a:lnTo>
                  <a:pt x="225116" y="546636"/>
                </a:lnTo>
                <a:lnTo>
                  <a:pt x="225116" y="474089"/>
                </a:lnTo>
                <a:cubicBezTo>
                  <a:pt x="237146" y="485475"/>
                  <a:pt x="252920" y="492077"/>
                  <a:pt x="269473" y="492656"/>
                </a:cubicBezTo>
                <a:cubicBezTo>
                  <a:pt x="309017" y="492656"/>
                  <a:pt x="347512" y="451976"/>
                  <a:pt x="387062" y="442931"/>
                </a:cubicBezTo>
                <a:cubicBezTo>
                  <a:pt x="364061" y="420235"/>
                  <a:pt x="332843" y="407829"/>
                  <a:pt x="300537" y="408547"/>
                </a:cubicBezTo>
                <a:cubicBezTo>
                  <a:pt x="273396" y="408183"/>
                  <a:pt x="246890" y="416769"/>
                  <a:pt x="225116" y="432976"/>
                </a:cubicBezTo>
                <a:lnTo>
                  <a:pt x="225116" y="376228"/>
                </a:lnTo>
                <a:cubicBezTo>
                  <a:pt x="236502" y="363474"/>
                  <a:pt x="249074" y="345686"/>
                  <a:pt x="252426" y="326680"/>
                </a:cubicBezTo>
                <a:cubicBezTo>
                  <a:pt x="271256" y="340005"/>
                  <a:pt x="298020" y="342742"/>
                  <a:pt x="316681" y="342742"/>
                </a:cubicBezTo>
                <a:cubicBezTo>
                  <a:pt x="322167" y="342742"/>
                  <a:pt x="326943" y="342510"/>
                  <a:pt x="330622" y="342240"/>
                </a:cubicBezTo>
                <a:lnTo>
                  <a:pt x="341436" y="341449"/>
                </a:lnTo>
                <a:lnTo>
                  <a:pt x="342234" y="330634"/>
                </a:lnTo>
                <a:cubicBezTo>
                  <a:pt x="343156" y="317968"/>
                  <a:pt x="344374" y="277803"/>
                  <a:pt x="326604" y="252476"/>
                </a:cubicBezTo>
                <a:cubicBezTo>
                  <a:pt x="356036" y="247442"/>
                  <a:pt x="382323" y="220502"/>
                  <a:pt x="392937" y="208219"/>
                </a:cubicBezTo>
                <a:close/>
                <a:moveTo>
                  <a:pt x="262927" y="97120"/>
                </a:moveTo>
                <a:cubicBezTo>
                  <a:pt x="273911" y="86136"/>
                  <a:pt x="297010" y="82389"/>
                  <a:pt x="317246" y="82389"/>
                </a:cubicBezTo>
                <a:lnTo>
                  <a:pt x="317604" y="82389"/>
                </a:lnTo>
                <a:cubicBezTo>
                  <a:pt x="317654" y="102694"/>
                  <a:pt x="313925" y="126012"/>
                  <a:pt x="302872" y="137059"/>
                </a:cubicBezTo>
                <a:cubicBezTo>
                  <a:pt x="296527" y="143548"/>
                  <a:pt x="288289" y="147858"/>
                  <a:pt x="279340" y="149368"/>
                </a:cubicBezTo>
                <a:cubicBezTo>
                  <a:pt x="271962" y="137833"/>
                  <a:pt x="262172" y="128034"/>
                  <a:pt x="250643" y="120645"/>
                </a:cubicBezTo>
                <a:cubicBezTo>
                  <a:pt x="252181" y="111722"/>
                  <a:pt x="256477" y="103506"/>
                  <a:pt x="262927" y="97152"/>
                </a:cubicBezTo>
                <a:close/>
                <a:moveTo>
                  <a:pt x="82784" y="82389"/>
                </a:moveTo>
                <a:cubicBezTo>
                  <a:pt x="103014" y="82389"/>
                  <a:pt x="126094" y="86155"/>
                  <a:pt x="137097" y="97114"/>
                </a:cubicBezTo>
                <a:cubicBezTo>
                  <a:pt x="143552" y="103468"/>
                  <a:pt x="147853" y="111687"/>
                  <a:pt x="149393" y="120614"/>
                </a:cubicBezTo>
                <a:cubicBezTo>
                  <a:pt x="137859" y="128011"/>
                  <a:pt x="128066" y="137821"/>
                  <a:pt x="120689" y="149368"/>
                </a:cubicBezTo>
                <a:cubicBezTo>
                  <a:pt x="111739" y="147856"/>
                  <a:pt x="103499" y="143547"/>
                  <a:pt x="97152" y="137059"/>
                </a:cubicBezTo>
                <a:cubicBezTo>
                  <a:pt x="86098" y="126012"/>
                  <a:pt x="82376" y="102694"/>
                  <a:pt x="82420" y="82389"/>
                </a:cubicBezTo>
                <a:close/>
                <a:moveTo>
                  <a:pt x="33700" y="200015"/>
                </a:moveTo>
                <a:cubicBezTo>
                  <a:pt x="48023" y="185616"/>
                  <a:pt x="67149" y="171770"/>
                  <a:pt x="82784" y="171770"/>
                </a:cubicBezTo>
                <a:cubicBezTo>
                  <a:pt x="91842" y="171693"/>
                  <a:pt x="100697" y="174449"/>
                  <a:pt x="108111" y="179653"/>
                </a:cubicBezTo>
                <a:cubicBezTo>
                  <a:pt x="105090" y="193051"/>
                  <a:pt x="105107" y="206955"/>
                  <a:pt x="108161" y="220345"/>
                </a:cubicBezTo>
                <a:cubicBezTo>
                  <a:pt x="100737" y="225572"/>
                  <a:pt x="91863" y="228340"/>
                  <a:pt x="82784" y="228260"/>
                </a:cubicBezTo>
                <a:cubicBezTo>
                  <a:pt x="67149" y="228260"/>
                  <a:pt x="48023" y="214408"/>
                  <a:pt x="33700" y="200015"/>
                </a:cubicBezTo>
                <a:close/>
                <a:moveTo>
                  <a:pt x="137091" y="302878"/>
                </a:moveTo>
                <a:cubicBezTo>
                  <a:pt x="126106" y="313863"/>
                  <a:pt x="103014" y="317610"/>
                  <a:pt x="82778" y="317610"/>
                </a:cubicBezTo>
                <a:lnTo>
                  <a:pt x="82426" y="317610"/>
                </a:lnTo>
                <a:cubicBezTo>
                  <a:pt x="82382" y="297298"/>
                  <a:pt x="86104" y="273986"/>
                  <a:pt x="97158" y="262933"/>
                </a:cubicBezTo>
                <a:cubicBezTo>
                  <a:pt x="103533" y="256414"/>
                  <a:pt x="111820" y="252096"/>
                  <a:pt x="120815" y="250606"/>
                </a:cubicBezTo>
                <a:cubicBezTo>
                  <a:pt x="128191" y="262079"/>
                  <a:pt x="137956" y="271827"/>
                  <a:pt x="149443" y="279184"/>
                </a:cubicBezTo>
                <a:cubicBezTo>
                  <a:pt x="147926" y="288186"/>
                  <a:pt x="143603" y="296479"/>
                  <a:pt x="137091" y="302878"/>
                </a:cubicBezTo>
                <a:close/>
                <a:moveTo>
                  <a:pt x="200015" y="366317"/>
                </a:moveTo>
                <a:cubicBezTo>
                  <a:pt x="185616" y="351988"/>
                  <a:pt x="171770" y="332856"/>
                  <a:pt x="171770" y="317246"/>
                </a:cubicBezTo>
                <a:cubicBezTo>
                  <a:pt x="171684" y="308140"/>
                  <a:pt x="174464" y="299238"/>
                  <a:pt x="179716" y="291800"/>
                </a:cubicBezTo>
                <a:cubicBezTo>
                  <a:pt x="193068" y="294813"/>
                  <a:pt x="206924" y="294813"/>
                  <a:pt x="220276" y="291800"/>
                </a:cubicBezTo>
                <a:cubicBezTo>
                  <a:pt x="225536" y="299238"/>
                  <a:pt x="228323" y="308143"/>
                  <a:pt x="228241" y="317252"/>
                </a:cubicBezTo>
                <a:cubicBezTo>
                  <a:pt x="228254" y="332887"/>
                  <a:pt x="214408" y="352000"/>
                  <a:pt x="200015" y="366317"/>
                </a:cubicBezTo>
                <a:close/>
                <a:moveTo>
                  <a:pt x="220421" y="108042"/>
                </a:moveTo>
                <a:cubicBezTo>
                  <a:pt x="206992" y="104991"/>
                  <a:pt x="193050" y="104991"/>
                  <a:pt x="179622" y="108042"/>
                </a:cubicBezTo>
                <a:cubicBezTo>
                  <a:pt x="174442" y="100643"/>
                  <a:pt x="171695" y="91815"/>
                  <a:pt x="171763" y="82784"/>
                </a:cubicBezTo>
                <a:cubicBezTo>
                  <a:pt x="171763" y="67168"/>
                  <a:pt x="185616" y="48042"/>
                  <a:pt x="200009" y="33706"/>
                </a:cubicBezTo>
                <a:cubicBezTo>
                  <a:pt x="214401" y="48030"/>
                  <a:pt x="228254" y="67142"/>
                  <a:pt x="228254" y="82784"/>
                </a:cubicBezTo>
                <a:cubicBezTo>
                  <a:pt x="228329" y="91813"/>
                  <a:pt x="225591" y="100640"/>
                  <a:pt x="220421" y="108042"/>
                </a:cubicBezTo>
                <a:close/>
                <a:moveTo>
                  <a:pt x="317246" y="317610"/>
                </a:moveTo>
                <a:cubicBezTo>
                  <a:pt x="297016" y="317610"/>
                  <a:pt x="273936" y="313844"/>
                  <a:pt x="262927" y="302885"/>
                </a:cubicBezTo>
                <a:cubicBezTo>
                  <a:pt x="256420" y="296481"/>
                  <a:pt x="252101" y="288186"/>
                  <a:pt x="250587" y="279184"/>
                </a:cubicBezTo>
                <a:cubicBezTo>
                  <a:pt x="262077" y="271831"/>
                  <a:pt x="271842" y="262083"/>
                  <a:pt x="279215" y="250606"/>
                </a:cubicBezTo>
                <a:cubicBezTo>
                  <a:pt x="288211" y="252089"/>
                  <a:pt x="296499" y="256406"/>
                  <a:pt x="302872" y="262927"/>
                </a:cubicBezTo>
                <a:cubicBezTo>
                  <a:pt x="313925" y="273974"/>
                  <a:pt x="317654" y="297286"/>
                  <a:pt x="317604" y="317597"/>
                </a:cubicBezTo>
                <a:close/>
                <a:moveTo>
                  <a:pt x="317246" y="228260"/>
                </a:moveTo>
                <a:cubicBezTo>
                  <a:pt x="308165" y="228339"/>
                  <a:pt x="299287" y="225569"/>
                  <a:pt x="291863" y="220339"/>
                </a:cubicBezTo>
                <a:cubicBezTo>
                  <a:pt x="294909" y="206950"/>
                  <a:pt x="294926" y="193050"/>
                  <a:pt x="291913" y="179653"/>
                </a:cubicBezTo>
                <a:cubicBezTo>
                  <a:pt x="299329" y="174448"/>
                  <a:pt x="308186" y="171692"/>
                  <a:pt x="317246" y="171770"/>
                </a:cubicBezTo>
                <a:cubicBezTo>
                  <a:pt x="332862" y="171770"/>
                  <a:pt x="351981" y="185616"/>
                  <a:pt x="366317" y="200015"/>
                </a:cubicBezTo>
                <a:cubicBezTo>
                  <a:pt x="351981" y="214408"/>
                  <a:pt x="332869" y="228260"/>
                  <a:pt x="317246" y="22826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25" name="그래픽 3" descr="줄기가 없는 꽃 윤곽선">
            <a:extLst>
              <a:ext uri="{FF2B5EF4-FFF2-40B4-BE49-F238E27FC236}">
                <a16:creationId xmlns:a16="http://schemas.microsoft.com/office/drawing/2014/main" id="{912CE5B9-6D51-80C6-FA9A-15B94B9ABA0F}"/>
              </a:ext>
            </a:extLst>
          </p:cNvPr>
          <p:cNvSpPr/>
          <p:nvPr/>
        </p:nvSpPr>
        <p:spPr>
          <a:xfrm>
            <a:off x="680220" y="1562363"/>
            <a:ext cx="617684" cy="676361"/>
          </a:xfrm>
          <a:custGeom>
            <a:avLst/>
            <a:gdLst>
              <a:gd name="connsiteX0" fmla="*/ 353279 w 384265"/>
              <a:gd name="connsiteY0" fmla="*/ 232415 h 420768"/>
              <a:gd name="connsiteX1" fmla="*/ 297736 w 384265"/>
              <a:gd name="connsiteY1" fmla="*/ 210447 h 420768"/>
              <a:gd name="connsiteX2" fmla="*/ 297736 w 384265"/>
              <a:gd name="connsiteY2" fmla="*/ 210334 h 420768"/>
              <a:gd name="connsiteX3" fmla="*/ 353279 w 384265"/>
              <a:gd name="connsiteY3" fmla="*/ 188365 h 420768"/>
              <a:gd name="connsiteX4" fmla="*/ 376189 w 384265"/>
              <a:gd name="connsiteY4" fmla="*/ 104257 h 420768"/>
              <a:gd name="connsiteX5" fmla="*/ 338529 w 384265"/>
              <a:gd name="connsiteY5" fmla="*/ 75572 h 420768"/>
              <a:gd name="connsiteX6" fmla="*/ 291830 w 384265"/>
              <a:gd name="connsiteY6" fmla="*/ 81347 h 420768"/>
              <a:gd name="connsiteX7" fmla="*/ 240291 w 384265"/>
              <a:gd name="connsiteY7" fmla="*/ 126590 h 420768"/>
              <a:gd name="connsiteX8" fmla="*/ 240191 w 384265"/>
              <a:gd name="connsiteY8" fmla="*/ 126533 h 420768"/>
              <a:gd name="connsiteX9" fmla="*/ 253228 w 384265"/>
              <a:gd name="connsiteY9" fmla="*/ 59303 h 420768"/>
              <a:gd name="connsiteX10" fmla="*/ 192029 w 384265"/>
              <a:gd name="connsiteY10" fmla="*/ 0 h 420768"/>
              <a:gd name="connsiteX11" fmla="*/ 190039 w 384265"/>
              <a:gd name="connsiteY11" fmla="*/ 31 h 420768"/>
              <a:gd name="connsiteX12" fmla="*/ 130768 w 384265"/>
              <a:gd name="connsiteY12" fmla="*/ 59303 h 420768"/>
              <a:gd name="connsiteX13" fmla="*/ 143805 w 384265"/>
              <a:gd name="connsiteY13" fmla="*/ 126520 h 420768"/>
              <a:gd name="connsiteX14" fmla="*/ 143704 w 384265"/>
              <a:gd name="connsiteY14" fmla="*/ 126577 h 420768"/>
              <a:gd name="connsiteX15" fmla="*/ 92103 w 384265"/>
              <a:gd name="connsiteY15" fmla="*/ 81334 h 420768"/>
              <a:gd name="connsiteX16" fmla="*/ 45404 w 384265"/>
              <a:gd name="connsiteY16" fmla="*/ 75560 h 420768"/>
              <a:gd name="connsiteX17" fmla="*/ 7744 w 384265"/>
              <a:gd name="connsiteY17" fmla="*/ 104244 h 420768"/>
              <a:gd name="connsiteX18" fmla="*/ 30654 w 384265"/>
              <a:gd name="connsiteY18" fmla="*/ 188353 h 420768"/>
              <a:gd name="connsiteX19" fmla="*/ 86574 w 384265"/>
              <a:gd name="connsiteY19" fmla="*/ 210321 h 420768"/>
              <a:gd name="connsiteX20" fmla="*/ 86574 w 384265"/>
              <a:gd name="connsiteY20" fmla="*/ 210434 h 420768"/>
              <a:gd name="connsiteX21" fmla="*/ 31093 w 384265"/>
              <a:gd name="connsiteY21" fmla="*/ 232403 h 420768"/>
              <a:gd name="connsiteX22" fmla="*/ 8183 w 384265"/>
              <a:gd name="connsiteY22" fmla="*/ 316511 h 420768"/>
              <a:gd name="connsiteX23" fmla="*/ 45844 w 384265"/>
              <a:gd name="connsiteY23" fmla="*/ 345196 h 420768"/>
              <a:gd name="connsiteX24" fmla="*/ 62540 w 384265"/>
              <a:gd name="connsiteY24" fmla="*/ 347456 h 420768"/>
              <a:gd name="connsiteX25" fmla="*/ 62728 w 384265"/>
              <a:gd name="connsiteY25" fmla="*/ 347456 h 420768"/>
              <a:gd name="connsiteX26" fmla="*/ 92555 w 384265"/>
              <a:gd name="connsiteY26" fmla="*/ 339422 h 420768"/>
              <a:gd name="connsiteX27" fmla="*/ 144156 w 384265"/>
              <a:gd name="connsiteY27" fmla="*/ 294179 h 420768"/>
              <a:gd name="connsiteX28" fmla="*/ 144257 w 384265"/>
              <a:gd name="connsiteY28" fmla="*/ 294235 h 420768"/>
              <a:gd name="connsiteX29" fmla="*/ 131207 w 384265"/>
              <a:gd name="connsiteY29" fmla="*/ 361465 h 420768"/>
              <a:gd name="connsiteX30" fmla="*/ 192406 w 384265"/>
              <a:gd name="connsiteY30" fmla="*/ 420768 h 420768"/>
              <a:gd name="connsiteX31" fmla="*/ 194396 w 384265"/>
              <a:gd name="connsiteY31" fmla="*/ 420768 h 420768"/>
              <a:gd name="connsiteX32" fmla="*/ 253667 w 384265"/>
              <a:gd name="connsiteY32" fmla="*/ 361465 h 420768"/>
              <a:gd name="connsiteX33" fmla="*/ 240630 w 384265"/>
              <a:gd name="connsiteY33" fmla="*/ 294248 h 420768"/>
              <a:gd name="connsiteX34" fmla="*/ 240730 w 384265"/>
              <a:gd name="connsiteY34" fmla="*/ 294191 h 420768"/>
              <a:gd name="connsiteX35" fmla="*/ 292269 w 384265"/>
              <a:gd name="connsiteY35" fmla="*/ 339434 h 420768"/>
              <a:gd name="connsiteX36" fmla="*/ 322196 w 384265"/>
              <a:gd name="connsiteY36" fmla="*/ 347468 h 420768"/>
              <a:gd name="connsiteX37" fmla="*/ 322335 w 384265"/>
              <a:gd name="connsiteY37" fmla="*/ 347468 h 420768"/>
              <a:gd name="connsiteX38" fmla="*/ 338968 w 384265"/>
              <a:gd name="connsiteY38" fmla="*/ 345209 h 420768"/>
              <a:gd name="connsiteX39" fmla="*/ 376628 w 384265"/>
              <a:gd name="connsiteY39" fmla="*/ 316524 h 420768"/>
              <a:gd name="connsiteX40" fmla="*/ 353279 w 384265"/>
              <a:gd name="connsiteY40" fmla="*/ 232415 h 420768"/>
              <a:gd name="connsiteX41" fmla="*/ 249455 w 384265"/>
              <a:gd name="connsiteY41" fmla="*/ 135157 h 420768"/>
              <a:gd name="connsiteX42" fmla="*/ 298508 w 384265"/>
              <a:gd name="connsiteY42" fmla="*/ 91979 h 420768"/>
              <a:gd name="connsiteX43" fmla="*/ 322021 w 384265"/>
              <a:gd name="connsiteY43" fmla="*/ 85816 h 420768"/>
              <a:gd name="connsiteX44" fmla="*/ 365180 w 384265"/>
              <a:gd name="connsiteY44" fmla="*/ 110295 h 420768"/>
              <a:gd name="connsiteX45" fmla="*/ 347222 w 384265"/>
              <a:gd name="connsiteY45" fmla="*/ 177362 h 420768"/>
              <a:gd name="connsiteX46" fmla="*/ 293989 w 384265"/>
              <a:gd name="connsiteY46" fmla="*/ 198358 h 420768"/>
              <a:gd name="connsiteX47" fmla="*/ 266321 w 384265"/>
              <a:gd name="connsiteY47" fmla="*/ 206518 h 420768"/>
              <a:gd name="connsiteX48" fmla="*/ 266247 w 384265"/>
              <a:gd name="connsiteY48" fmla="*/ 206469 h 420768"/>
              <a:gd name="connsiteX49" fmla="*/ 266245 w 384265"/>
              <a:gd name="connsiteY49" fmla="*/ 206461 h 420768"/>
              <a:gd name="connsiteX50" fmla="*/ 235810 w 384265"/>
              <a:gd name="connsiteY50" fmla="*/ 150485 h 420768"/>
              <a:gd name="connsiteX51" fmla="*/ 235801 w 384265"/>
              <a:gd name="connsiteY51" fmla="*/ 150405 h 420768"/>
              <a:gd name="connsiteX52" fmla="*/ 235810 w 384265"/>
              <a:gd name="connsiteY52" fmla="*/ 150397 h 420768"/>
              <a:gd name="connsiteX53" fmla="*/ 253792 w 384265"/>
              <a:gd name="connsiteY53" fmla="*/ 210384 h 420768"/>
              <a:gd name="connsiteX54" fmla="*/ 192062 w 384265"/>
              <a:gd name="connsiteY54" fmla="*/ 271954 h 420768"/>
              <a:gd name="connsiteX55" fmla="*/ 130492 w 384265"/>
              <a:gd name="connsiteY55" fmla="*/ 210224 h 420768"/>
              <a:gd name="connsiteX56" fmla="*/ 133781 w 384265"/>
              <a:gd name="connsiteY56" fmla="*/ 190437 h 420768"/>
              <a:gd name="connsiteX57" fmla="*/ 192217 w 384265"/>
              <a:gd name="connsiteY57" fmla="*/ 148809 h 420768"/>
              <a:gd name="connsiteX58" fmla="*/ 192280 w 384265"/>
              <a:gd name="connsiteY58" fmla="*/ 148809 h 420768"/>
              <a:gd name="connsiteX59" fmla="*/ 253792 w 384265"/>
              <a:gd name="connsiteY59" fmla="*/ 210384 h 420768"/>
              <a:gd name="connsiteX60" fmla="*/ 143322 w 384265"/>
              <a:gd name="connsiteY60" fmla="*/ 59114 h 420768"/>
              <a:gd name="connsiteX61" fmla="*/ 190397 w 384265"/>
              <a:gd name="connsiteY61" fmla="*/ 12604 h 420768"/>
              <a:gd name="connsiteX62" fmla="*/ 191985 w 384265"/>
              <a:gd name="connsiteY62" fmla="*/ 12604 h 420768"/>
              <a:gd name="connsiteX63" fmla="*/ 240611 w 384265"/>
              <a:gd name="connsiteY63" fmla="*/ 59127 h 420768"/>
              <a:gd name="connsiteX64" fmla="*/ 228121 w 384265"/>
              <a:gd name="connsiteY64" fmla="*/ 122974 h 420768"/>
              <a:gd name="connsiteX65" fmla="*/ 221844 w 384265"/>
              <a:gd name="connsiteY65" fmla="*/ 142432 h 420768"/>
              <a:gd name="connsiteX66" fmla="*/ 221777 w 384265"/>
              <a:gd name="connsiteY66" fmla="*/ 142475 h 420768"/>
              <a:gd name="connsiteX67" fmla="*/ 221762 w 384265"/>
              <a:gd name="connsiteY67" fmla="*/ 142470 h 420768"/>
              <a:gd name="connsiteX68" fmla="*/ 162233 w 384265"/>
              <a:gd name="connsiteY68" fmla="*/ 142620 h 420768"/>
              <a:gd name="connsiteX69" fmla="*/ 162152 w 384265"/>
              <a:gd name="connsiteY69" fmla="*/ 142584 h 420768"/>
              <a:gd name="connsiteX70" fmla="*/ 162152 w 384265"/>
              <a:gd name="connsiteY70" fmla="*/ 142583 h 420768"/>
              <a:gd name="connsiteX71" fmla="*/ 155794 w 384265"/>
              <a:gd name="connsiteY71" fmla="*/ 122943 h 420768"/>
              <a:gd name="connsiteX72" fmla="*/ 143340 w 384265"/>
              <a:gd name="connsiteY72" fmla="*/ 59114 h 420768"/>
              <a:gd name="connsiteX73" fmla="*/ 36680 w 384265"/>
              <a:gd name="connsiteY73" fmla="*/ 177368 h 420768"/>
              <a:gd name="connsiteX74" fmla="*/ 18653 w 384265"/>
              <a:gd name="connsiteY74" fmla="*/ 110446 h 420768"/>
              <a:gd name="connsiteX75" fmla="*/ 48819 w 384265"/>
              <a:gd name="connsiteY75" fmla="*/ 87661 h 420768"/>
              <a:gd name="connsiteX76" fmla="*/ 85412 w 384265"/>
              <a:gd name="connsiteY76" fmla="*/ 92005 h 420768"/>
              <a:gd name="connsiteX77" fmla="*/ 134515 w 384265"/>
              <a:gd name="connsiteY77" fmla="*/ 135176 h 420768"/>
              <a:gd name="connsiteX78" fmla="*/ 148324 w 384265"/>
              <a:gd name="connsiteY78" fmla="*/ 150611 h 420768"/>
              <a:gd name="connsiteX79" fmla="*/ 148332 w 384265"/>
              <a:gd name="connsiteY79" fmla="*/ 150690 h 420768"/>
              <a:gd name="connsiteX80" fmla="*/ 148324 w 384265"/>
              <a:gd name="connsiteY80" fmla="*/ 150699 h 420768"/>
              <a:gd name="connsiteX81" fmla="*/ 118196 w 384265"/>
              <a:gd name="connsiteY81" fmla="*/ 206442 h 420768"/>
              <a:gd name="connsiteX82" fmla="*/ 118124 w 384265"/>
              <a:gd name="connsiteY82" fmla="*/ 206495 h 420768"/>
              <a:gd name="connsiteX83" fmla="*/ 118114 w 384265"/>
              <a:gd name="connsiteY83" fmla="*/ 206493 h 420768"/>
              <a:gd name="connsiteX84" fmla="*/ 90289 w 384265"/>
              <a:gd name="connsiteY84" fmla="*/ 198333 h 420768"/>
              <a:gd name="connsiteX85" fmla="*/ 36698 w 384265"/>
              <a:gd name="connsiteY85" fmla="*/ 177343 h 420768"/>
              <a:gd name="connsiteX86" fmla="*/ 134974 w 384265"/>
              <a:gd name="connsiteY86" fmla="*/ 285617 h 420768"/>
              <a:gd name="connsiteX87" fmla="*/ 85852 w 384265"/>
              <a:gd name="connsiteY87" fmla="*/ 328801 h 420768"/>
              <a:gd name="connsiteX88" fmla="*/ 62571 w 384265"/>
              <a:gd name="connsiteY88" fmla="*/ 334915 h 420768"/>
              <a:gd name="connsiteX89" fmla="*/ 49045 w 384265"/>
              <a:gd name="connsiteY89" fmla="*/ 333069 h 420768"/>
              <a:gd name="connsiteX90" fmla="*/ 19111 w 384265"/>
              <a:gd name="connsiteY90" fmla="*/ 310348 h 420768"/>
              <a:gd name="connsiteX91" fmla="*/ 37150 w 384265"/>
              <a:gd name="connsiteY91" fmla="*/ 243419 h 420768"/>
              <a:gd name="connsiteX92" fmla="*/ 90346 w 384265"/>
              <a:gd name="connsiteY92" fmla="*/ 222423 h 420768"/>
              <a:gd name="connsiteX93" fmla="*/ 118183 w 384265"/>
              <a:gd name="connsiteY93" fmla="*/ 214150 h 420768"/>
              <a:gd name="connsiteX94" fmla="*/ 148663 w 384265"/>
              <a:gd name="connsiteY94" fmla="*/ 270308 h 420768"/>
              <a:gd name="connsiteX95" fmla="*/ 241095 w 384265"/>
              <a:gd name="connsiteY95" fmla="*/ 361685 h 420768"/>
              <a:gd name="connsiteX96" fmla="*/ 194019 w 384265"/>
              <a:gd name="connsiteY96" fmla="*/ 408190 h 420768"/>
              <a:gd name="connsiteX97" fmla="*/ 192431 w 384265"/>
              <a:gd name="connsiteY97" fmla="*/ 408190 h 420768"/>
              <a:gd name="connsiteX98" fmla="*/ 143780 w 384265"/>
              <a:gd name="connsiteY98" fmla="*/ 361654 h 420768"/>
              <a:gd name="connsiteX99" fmla="*/ 156252 w 384265"/>
              <a:gd name="connsiteY99" fmla="*/ 297863 h 420768"/>
              <a:gd name="connsiteX100" fmla="*/ 162579 w 384265"/>
              <a:gd name="connsiteY100" fmla="*/ 278336 h 420768"/>
              <a:gd name="connsiteX101" fmla="*/ 192123 w 384265"/>
              <a:gd name="connsiteY101" fmla="*/ 284513 h 420768"/>
              <a:gd name="connsiteX102" fmla="*/ 192123 w 384265"/>
              <a:gd name="connsiteY102" fmla="*/ 284513 h 420768"/>
              <a:gd name="connsiteX103" fmla="*/ 222214 w 384265"/>
              <a:gd name="connsiteY103" fmla="*/ 278129 h 420768"/>
              <a:gd name="connsiteX104" fmla="*/ 228572 w 384265"/>
              <a:gd name="connsiteY104" fmla="*/ 297844 h 420768"/>
              <a:gd name="connsiteX105" fmla="*/ 241095 w 384265"/>
              <a:gd name="connsiteY105" fmla="*/ 361685 h 420768"/>
              <a:gd name="connsiteX106" fmla="*/ 365688 w 384265"/>
              <a:gd name="connsiteY106" fmla="*/ 310366 h 420768"/>
              <a:gd name="connsiteX107" fmla="*/ 335641 w 384265"/>
              <a:gd name="connsiteY107" fmla="*/ 333107 h 420768"/>
              <a:gd name="connsiteX108" fmla="*/ 322196 w 384265"/>
              <a:gd name="connsiteY108" fmla="*/ 334915 h 420768"/>
              <a:gd name="connsiteX109" fmla="*/ 298972 w 384265"/>
              <a:gd name="connsiteY109" fmla="*/ 328795 h 420768"/>
              <a:gd name="connsiteX110" fmla="*/ 249907 w 384265"/>
              <a:gd name="connsiteY110" fmla="*/ 285611 h 420768"/>
              <a:gd name="connsiteX111" fmla="*/ 236023 w 384265"/>
              <a:gd name="connsiteY111" fmla="*/ 270120 h 420768"/>
              <a:gd name="connsiteX112" fmla="*/ 266258 w 384265"/>
              <a:gd name="connsiteY112" fmla="*/ 214257 h 420768"/>
              <a:gd name="connsiteX113" fmla="*/ 294001 w 384265"/>
              <a:gd name="connsiteY113" fmla="*/ 222417 h 420768"/>
              <a:gd name="connsiteX114" fmla="*/ 347272 w 384265"/>
              <a:gd name="connsiteY114" fmla="*/ 243431 h 420768"/>
              <a:gd name="connsiteX115" fmla="*/ 365688 w 384265"/>
              <a:gd name="connsiteY115" fmla="*/ 310366 h 42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384265" h="420768">
                <a:moveTo>
                  <a:pt x="353279" y="232415"/>
                </a:moveTo>
                <a:cubicBezTo>
                  <a:pt x="335455" y="223454"/>
                  <a:pt x="316867" y="216102"/>
                  <a:pt x="297736" y="210447"/>
                </a:cubicBezTo>
                <a:cubicBezTo>
                  <a:pt x="297629" y="210416"/>
                  <a:pt x="297629" y="210365"/>
                  <a:pt x="297736" y="210334"/>
                </a:cubicBezTo>
                <a:cubicBezTo>
                  <a:pt x="316867" y="204679"/>
                  <a:pt x="335455" y="197327"/>
                  <a:pt x="353279" y="188365"/>
                </a:cubicBezTo>
                <a:cubicBezTo>
                  <a:pt x="382314" y="171069"/>
                  <a:pt x="392441" y="133889"/>
                  <a:pt x="376189" y="104257"/>
                </a:cubicBezTo>
                <a:cubicBezTo>
                  <a:pt x="367944" y="90072"/>
                  <a:pt x="354394" y="79752"/>
                  <a:pt x="338529" y="75572"/>
                </a:cubicBezTo>
                <a:cubicBezTo>
                  <a:pt x="322821" y="71114"/>
                  <a:pt x="305979" y="73198"/>
                  <a:pt x="291830" y="81347"/>
                </a:cubicBezTo>
                <a:cubicBezTo>
                  <a:pt x="272920" y="94334"/>
                  <a:pt x="255619" y="109521"/>
                  <a:pt x="240291" y="126590"/>
                </a:cubicBezTo>
                <a:cubicBezTo>
                  <a:pt x="240191" y="126702"/>
                  <a:pt x="240147" y="126677"/>
                  <a:pt x="240191" y="126533"/>
                </a:cubicBezTo>
                <a:cubicBezTo>
                  <a:pt x="247202" y="104723"/>
                  <a:pt x="251579" y="82153"/>
                  <a:pt x="253228" y="59303"/>
                </a:cubicBezTo>
                <a:cubicBezTo>
                  <a:pt x="252164" y="26264"/>
                  <a:pt x="225086" y="23"/>
                  <a:pt x="192029" y="0"/>
                </a:cubicBezTo>
                <a:cubicBezTo>
                  <a:pt x="191402" y="0"/>
                  <a:pt x="190705" y="0"/>
                  <a:pt x="190039" y="31"/>
                </a:cubicBezTo>
                <a:cubicBezTo>
                  <a:pt x="157744" y="1068"/>
                  <a:pt x="131804" y="27007"/>
                  <a:pt x="130768" y="59303"/>
                </a:cubicBezTo>
                <a:cubicBezTo>
                  <a:pt x="132387" y="82153"/>
                  <a:pt x="136764" y="104723"/>
                  <a:pt x="143805" y="126520"/>
                </a:cubicBezTo>
                <a:cubicBezTo>
                  <a:pt x="143849" y="126665"/>
                  <a:pt x="143805" y="126690"/>
                  <a:pt x="143704" y="126577"/>
                </a:cubicBezTo>
                <a:cubicBezTo>
                  <a:pt x="128370" y="109492"/>
                  <a:pt x="111047" y="94303"/>
                  <a:pt x="92103" y="81334"/>
                </a:cubicBezTo>
                <a:cubicBezTo>
                  <a:pt x="77954" y="73185"/>
                  <a:pt x="61112" y="71102"/>
                  <a:pt x="45404" y="75560"/>
                </a:cubicBezTo>
                <a:cubicBezTo>
                  <a:pt x="29542" y="79745"/>
                  <a:pt x="15994" y="90064"/>
                  <a:pt x="7744" y="104244"/>
                </a:cubicBezTo>
                <a:cubicBezTo>
                  <a:pt x="-8509" y="133876"/>
                  <a:pt x="1619" y="171057"/>
                  <a:pt x="30654" y="188353"/>
                </a:cubicBezTo>
                <a:cubicBezTo>
                  <a:pt x="48602" y="197328"/>
                  <a:pt x="67316" y="204680"/>
                  <a:pt x="86574" y="210321"/>
                </a:cubicBezTo>
                <a:cubicBezTo>
                  <a:pt x="86680" y="210353"/>
                  <a:pt x="86680" y="210403"/>
                  <a:pt x="86574" y="210434"/>
                </a:cubicBezTo>
                <a:cubicBezTo>
                  <a:pt x="67466" y="216099"/>
                  <a:pt x="48899" y="223450"/>
                  <a:pt x="31093" y="232403"/>
                </a:cubicBezTo>
                <a:cubicBezTo>
                  <a:pt x="2058" y="249699"/>
                  <a:pt x="-8069" y="286879"/>
                  <a:pt x="8183" y="316511"/>
                </a:cubicBezTo>
                <a:cubicBezTo>
                  <a:pt x="16433" y="330691"/>
                  <a:pt x="29981" y="341010"/>
                  <a:pt x="45844" y="345196"/>
                </a:cubicBezTo>
                <a:cubicBezTo>
                  <a:pt x="51285" y="346684"/>
                  <a:pt x="56899" y="347443"/>
                  <a:pt x="62540" y="347456"/>
                </a:cubicBezTo>
                <a:lnTo>
                  <a:pt x="62728" y="347456"/>
                </a:lnTo>
                <a:cubicBezTo>
                  <a:pt x="73205" y="347457"/>
                  <a:pt x="83496" y="344685"/>
                  <a:pt x="92555" y="339422"/>
                </a:cubicBezTo>
                <a:cubicBezTo>
                  <a:pt x="111499" y="326453"/>
                  <a:pt x="128822" y="311264"/>
                  <a:pt x="144156" y="294179"/>
                </a:cubicBezTo>
                <a:cubicBezTo>
                  <a:pt x="144257" y="294066"/>
                  <a:pt x="144301" y="294091"/>
                  <a:pt x="144257" y="294235"/>
                </a:cubicBezTo>
                <a:cubicBezTo>
                  <a:pt x="137211" y="316037"/>
                  <a:pt x="132829" y="338611"/>
                  <a:pt x="131207" y="361465"/>
                </a:cubicBezTo>
                <a:cubicBezTo>
                  <a:pt x="132268" y="394506"/>
                  <a:pt x="159348" y="420748"/>
                  <a:pt x="192406" y="420768"/>
                </a:cubicBezTo>
                <a:cubicBezTo>
                  <a:pt x="193033" y="420768"/>
                  <a:pt x="193730" y="420768"/>
                  <a:pt x="194396" y="420768"/>
                </a:cubicBezTo>
                <a:cubicBezTo>
                  <a:pt x="226703" y="419731"/>
                  <a:pt x="252647" y="393774"/>
                  <a:pt x="253667" y="361465"/>
                </a:cubicBezTo>
                <a:cubicBezTo>
                  <a:pt x="252017" y="338620"/>
                  <a:pt x="247641" y="316054"/>
                  <a:pt x="240630" y="294248"/>
                </a:cubicBezTo>
                <a:cubicBezTo>
                  <a:pt x="240586" y="294103"/>
                  <a:pt x="240630" y="294078"/>
                  <a:pt x="240730" y="294191"/>
                </a:cubicBezTo>
                <a:cubicBezTo>
                  <a:pt x="256058" y="311260"/>
                  <a:pt x="273359" y="326447"/>
                  <a:pt x="292269" y="339434"/>
                </a:cubicBezTo>
                <a:cubicBezTo>
                  <a:pt x="301364" y="344698"/>
                  <a:pt x="311687" y="347470"/>
                  <a:pt x="322196" y="347468"/>
                </a:cubicBezTo>
                <a:lnTo>
                  <a:pt x="322335" y="347468"/>
                </a:lnTo>
                <a:cubicBezTo>
                  <a:pt x="327955" y="347456"/>
                  <a:pt x="333548" y="346696"/>
                  <a:pt x="338968" y="345209"/>
                </a:cubicBezTo>
                <a:cubicBezTo>
                  <a:pt x="354833" y="341029"/>
                  <a:pt x="368384" y="330708"/>
                  <a:pt x="376628" y="316524"/>
                </a:cubicBezTo>
                <a:cubicBezTo>
                  <a:pt x="392805" y="286779"/>
                  <a:pt x="382474" y="249565"/>
                  <a:pt x="353279" y="232415"/>
                </a:cubicBezTo>
                <a:close/>
                <a:moveTo>
                  <a:pt x="249455" y="135157"/>
                </a:moveTo>
                <a:cubicBezTo>
                  <a:pt x="264050" y="118885"/>
                  <a:pt x="280515" y="104392"/>
                  <a:pt x="298508" y="91979"/>
                </a:cubicBezTo>
                <a:cubicBezTo>
                  <a:pt x="305687" y="87941"/>
                  <a:pt x="313784" y="85818"/>
                  <a:pt x="322021" y="85816"/>
                </a:cubicBezTo>
                <a:cubicBezTo>
                  <a:pt x="339670" y="85971"/>
                  <a:pt x="355989" y="95227"/>
                  <a:pt x="365180" y="110295"/>
                </a:cubicBezTo>
                <a:cubicBezTo>
                  <a:pt x="378203" y="133842"/>
                  <a:pt x="370269" y="163473"/>
                  <a:pt x="347222" y="177362"/>
                </a:cubicBezTo>
                <a:cubicBezTo>
                  <a:pt x="330130" y="185915"/>
                  <a:pt x="312317" y="192941"/>
                  <a:pt x="293989" y="198358"/>
                </a:cubicBezTo>
                <a:lnTo>
                  <a:pt x="266321" y="206518"/>
                </a:lnTo>
                <a:cubicBezTo>
                  <a:pt x="266287" y="206525"/>
                  <a:pt x="266254" y="206503"/>
                  <a:pt x="266247" y="206469"/>
                </a:cubicBezTo>
                <a:cubicBezTo>
                  <a:pt x="266246" y="206466"/>
                  <a:pt x="266245" y="206464"/>
                  <a:pt x="266245" y="206461"/>
                </a:cubicBezTo>
                <a:cubicBezTo>
                  <a:pt x="265047" y="184171"/>
                  <a:pt x="253866" y="163609"/>
                  <a:pt x="235810" y="150485"/>
                </a:cubicBezTo>
                <a:cubicBezTo>
                  <a:pt x="235785" y="150466"/>
                  <a:pt x="235781" y="150430"/>
                  <a:pt x="235801" y="150405"/>
                </a:cubicBezTo>
                <a:cubicBezTo>
                  <a:pt x="235804" y="150403"/>
                  <a:pt x="235806" y="150400"/>
                  <a:pt x="235810" y="150397"/>
                </a:cubicBezTo>
                <a:close/>
                <a:moveTo>
                  <a:pt x="253792" y="210384"/>
                </a:moveTo>
                <a:cubicBezTo>
                  <a:pt x="253748" y="244432"/>
                  <a:pt x="226111" y="271999"/>
                  <a:pt x="192062" y="271954"/>
                </a:cubicBezTo>
                <a:cubicBezTo>
                  <a:pt x="158014" y="271910"/>
                  <a:pt x="130448" y="244272"/>
                  <a:pt x="130492" y="210224"/>
                </a:cubicBezTo>
                <a:cubicBezTo>
                  <a:pt x="130501" y="203493"/>
                  <a:pt x="131612" y="196809"/>
                  <a:pt x="133781" y="190437"/>
                </a:cubicBezTo>
                <a:cubicBezTo>
                  <a:pt x="142147" y="165338"/>
                  <a:pt x="165764" y="148515"/>
                  <a:pt x="192217" y="148809"/>
                </a:cubicBezTo>
                <a:lnTo>
                  <a:pt x="192280" y="148809"/>
                </a:lnTo>
                <a:cubicBezTo>
                  <a:pt x="226263" y="148844"/>
                  <a:pt x="253792" y="176402"/>
                  <a:pt x="253792" y="210384"/>
                </a:cubicBezTo>
                <a:close/>
                <a:moveTo>
                  <a:pt x="143322" y="59114"/>
                </a:moveTo>
                <a:cubicBezTo>
                  <a:pt x="144504" y="33716"/>
                  <a:pt x="164986" y="13479"/>
                  <a:pt x="190397" y="12604"/>
                </a:cubicBezTo>
                <a:cubicBezTo>
                  <a:pt x="190931" y="12604"/>
                  <a:pt x="191458" y="12604"/>
                  <a:pt x="191985" y="12604"/>
                </a:cubicBezTo>
                <a:cubicBezTo>
                  <a:pt x="218070" y="12505"/>
                  <a:pt x="239558" y="33063"/>
                  <a:pt x="240611" y="59127"/>
                </a:cubicBezTo>
                <a:cubicBezTo>
                  <a:pt x="238989" y="80829"/>
                  <a:pt x="234796" y="102261"/>
                  <a:pt x="228121" y="122974"/>
                </a:cubicBezTo>
                <a:lnTo>
                  <a:pt x="221844" y="142432"/>
                </a:lnTo>
                <a:cubicBezTo>
                  <a:pt x="221837" y="142463"/>
                  <a:pt x="221807" y="142482"/>
                  <a:pt x="221777" y="142475"/>
                </a:cubicBezTo>
                <a:cubicBezTo>
                  <a:pt x="221772" y="142474"/>
                  <a:pt x="221767" y="142472"/>
                  <a:pt x="221762" y="142470"/>
                </a:cubicBezTo>
                <a:cubicBezTo>
                  <a:pt x="202774" y="134182"/>
                  <a:pt x="181180" y="134237"/>
                  <a:pt x="162233" y="142620"/>
                </a:cubicBezTo>
                <a:cubicBezTo>
                  <a:pt x="162201" y="142633"/>
                  <a:pt x="162165" y="142617"/>
                  <a:pt x="162152" y="142584"/>
                </a:cubicBezTo>
                <a:cubicBezTo>
                  <a:pt x="162152" y="142584"/>
                  <a:pt x="162152" y="142583"/>
                  <a:pt x="162152" y="142583"/>
                </a:cubicBezTo>
                <a:lnTo>
                  <a:pt x="155794" y="122943"/>
                </a:lnTo>
                <a:cubicBezTo>
                  <a:pt x="149099" y="102243"/>
                  <a:pt x="144918" y="80813"/>
                  <a:pt x="143340" y="59114"/>
                </a:cubicBezTo>
                <a:close/>
                <a:moveTo>
                  <a:pt x="36680" y="177368"/>
                </a:moveTo>
                <a:cubicBezTo>
                  <a:pt x="13694" y="163507"/>
                  <a:pt x="5739" y="133977"/>
                  <a:pt x="18653" y="110446"/>
                </a:cubicBezTo>
                <a:cubicBezTo>
                  <a:pt x="25263" y="99128"/>
                  <a:pt x="36125" y="90924"/>
                  <a:pt x="48819" y="87661"/>
                </a:cubicBezTo>
                <a:cubicBezTo>
                  <a:pt x="61108" y="84174"/>
                  <a:pt x="74281" y="85737"/>
                  <a:pt x="85412" y="92005"/>
                </a:cubicBezTo>
                <a:cubicBezTo>
                  <a:pt x="103435" y="104396"/>
                  <a:pt x="119919" y="118888"/>
                  <a:pt x="134515" y="135176"/>
                </a:cubicBezTo>
                <a:lnTo>
                  <a:pt x="148324" y="150611"/>
                </a:lnTo>
                <a:cubicBezTo>
                  <a:pt x="148349" y="150630"/>
                  <a:pt x="148352" y="150666"/>
                  <a:pt x="148332" y="150690"/>
                </a:cubicBezTo>
                <a:cubicBezTo>
                  <a:pt x="148330" y="150693"/>
                  <a:pt x="148327" y="150696"/>
                  <a:pt x="148324" y="150699"/>
                </a:cubicBezTo>
                <a:cubicBezTo>
                  <a:pt x="130444" y="163833"/>
                  <a:pt x="119388" y="184288"/>
                  <a:pt x="118196" y="206442"/>
                </a:cubicBezTo>
                <a:cubicBezTo>
                  <a:pt x="118191" y="206477"/>
                  <a:pt x="118159" y="206500"/>
                  <a:pt x="118124" y="206495"/>
                </a:cubicBezTo>
                <a:cubicBezTo>
                  <a:pt x="118121" y="206494"/>
                  <a:pt x="118117" y="206494"/>
                  <a:pt x="118114" y="206493"/>
                </a:cubicBezTo>
                <a:lnTo>
                  <a:pt x="90289" y="198333"/>
                </a:lnTo>
                <a:cubicBezTo>
                  <a:pt x="71841" y="192933"/>
                  <a:pt x="53907" y="185909"/>
                  <a:pt x="36698" y="177343"/>
                </a:cubicBezTo>
                <a:close/>
                <a:moveTo>
                  <a:pt x="134974" y="285617"/>
                </a:moveTo>
                <a:cubicBezTo>
                  <a:pt x="120373" y="301912"/>
                  <a:pt x="103882" y="316408"/>
                  <a:pt x="85852" y="328801"/>
                </a:cubicBezTo>
                <a:cubicBezTo>
                  <a:pt x="78753" y="332822"/>
                  <a:pt x="70730" y="334929"/>
                  <a:pt x="62571" y="334915"/>
                </a:cubicBezTo>
                <a:cubicBezTo>
                  <a:pt x="58000" y="334901"/>
                  <a:pt x="53452" y="334280"/>
                  <a:pt x="49045" y="333069"/>
                </a:cubicBezTo>
                <a:cubicBezTo>
                  <a:pt x="36442" y="329779"/>
                  <a:pt x="25669" y="321602"/>
                  <a:pt x="19111" y="310348"/>
                </a:cubicBezTo>
                <a:cubicBezTo>
                  <a:pt x="6195" y="286811"/>
                  <a:pt x="14156" y="257276"/>
                  <a:pt x="37150" y="243419"/>
                </a:cubicBezTo>
                <a:cubicBezTo>
                  <a:pt x="54231" y="234870"/>
                  <a:pt x="72031" y="227844"/>
                  <a:pt x="90346" y="222423"/>
                </a:cubicBezTo>
                <a:lnTo>
                  <a:pt x="118183" y="214150"/>
                </a:lnTo>
                <a:cubicBezTo>
                  <a:pt x="119336" y="236513"/>
                  <a:pt x="130540" y="257156"/>
                  <a:pt x="148663" y="270308"/>
                </a:cubicBezTo>
                <a:close/>
                <a:moveTo>
                  <a:pt x="241095" y="361685"/>
                </a:moveTo>
                <a:cubicBezTo>
                  <a:pt x="239909" y="387082"/>
                  <a:pt x="219428" y="407315"/>
                  <a:pt x="194019" y="408190"/>
                </a:cubicBezTo>
                <a:cubicBezTo>
                  <a:pt x="193485" y="408190"/>
                  <a:pt x="192958" y="408190"/>
                  <a:pt x="192431" y="408190"/>
                </a:cubicBezTo>
                <a:cubicBezTo>
                  <a:pt x="166330" y="408305"/>
                  <a:pt x="144824" y="387734"/>
                  <a:pt x="143780" y="361654"/>
                </a:cubicBezTo>
                <a:cubicBezTo>
                  <a:pt x="145366" y="339968"/>
                  <a:pt x="149554" y="318550"/>
                  <a:pt x="156252" y="297863"/>
                </a:cubicBezTo>
                <a:lnTo>
                  <a:pt x="162579" y="278336"/>
                </a:lnTo>
                <a:cubicBezTo>
                  <a:pt x="171896" y="282410"/>
                  <a:pt x="181954" y="284513"/>
                  <a:pt x="192123" y="284513"/>
                </a:cubicBezTo>
                <a:lnTo>
                  <a:pt x="192123" y="284513"/>
                </a:lnTo>
                <a:cubicBezTo>
                  <a:pt x="202491" y="284525"/>
                  <a:pt x="212744" y="282350"/>
                  <a:pt x="222214" y="278129"/>
                </a:cubicBezTo>
                <a:lnTo>
                  <a:pt x="228572" y="297844"/>
                </a:lnTo>
                <a:cubicBezTo>
                  <a:pt x="235258" y="318554"/>
                  <a:pt x="239461" y="339985"/>
                  <a:pt x="241095" y="361685"/>
                </a:cubicBezTo>
                <a:close/>
                <a:moveTo>
                  <a:pt x="365688" y="310366"/>
                </a:moveTo>
                <a:cubicBezTo>
                  <a:pt x="359107" y="321652"/>
                  <a:pt x="348289" y="329839"/>
                  <a:pt x="335641" y="333107"/>
                </a:cubicBezTo>
                <a:cubicBezTo>
                  <a:pt x="331261" y="334308"/>
                  <a:pt x="326739" y="334915"/>
                  <a:pt x="322196" y="334915"/>
                </a:cubicBezTo>
                <a:cubicBezTo>
                  <a:pt x="314057" y="334910"/>
                  <a:pt x="306057" y="332802"/>
                  <a:pt x="298972" y="328795"/>
                </a:cubicBezTo>
                <a:cubicBezTo>
                  <a:pt x="280973" y="316384"/>
                  <a:pt x="264504" y="301888"/>
                  <a:pt x="249907" y="285611"/>
                </a:cubicBezTo>
                <a:lnTo>
                  <a:pt x="236023" y="270120"/>
                </a:lnTo>
                <a:cubicBezTo>
                  <a:pt x="253966" y="256973"/>
                  <a:pt x="265063" y="236468"/>
                  <a:pt x="266258" y="214257"/>
                </a:cubicBezTo>
                <a:lnTo>
                  <a:pt x="294001" y="222417"/>
                </a:lnTo>
                <a:cubicBezTo>
                  <a:pt x="312343" y="227837"/>
                  <a:pt x="330169" y="234870"/>
                  <a:pt x="347272" y="243431"/>
                </a:cubicBezTo>
                <a:cubicBezTo>
                  <a:pt x="370421" y="257153"/>
                  <a:pt x="378559" y="286734"/>
                  <a:pt x="365688" y="310366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25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48405" tIns="24202" rIns="48405" bIns="242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504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F2855F-3E64-2614-CA0C-2B8B5AC11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397" y="1597893"/>
            <a:ext cx="3878654" cy="1652837"/>
          </a:xfrm>
          <a:noFill/>
        </p:spPr>
        <p:txBody>
          <a:bodyPr>
            <a:normAutofit fontScale="90000"/>
          </a:bodyPr>
          <a:lstStyle/>
          <a:p>
            <a:r>
              <a:rPr lang="ko-KR" altLang="en-US" sz="6088" b="1" dirty="0">
                <a:solidFill>
                  <a:srgbClr val="F185EE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공주님</a:t>
            </a:r>
            <a:r>
              <a:rPr lang="ko-KR" altLang="en-US" sz="6088" b="1" dirty="0">
                <a:solidFill>
                  <a:srgbClr val="CC99FF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의</a:t>
            </a:r>
            <a:br>
              <a:rPr lang="en-US" altLang="ko-KR" sz="6088" b="1" dirty="0">
                <a:solidFill>
                  <a:srgbClr val="BE0E9C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</a:br>
            <a:r>
              <a:rPr lang="ko-KR" altLang="en-US" sz="6088" b="1" dirty="0">
                <a:solidFill>
                  <a:srgbClr val="CC99FF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꽃꽂이</a:t>
            </a:r>
            <a:r>
              <a:rPr lang="ko-KR" altLang="en-US" sz="6088" b="1" dirty="0">
                <a:solidFill>
                  <a:srgbClr val="BE0E9C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 </a:t>
            </a:r>
            <a:r>
              <a:rPr lang="ko-KR" altLang="en-US" sz="6088" b="1" dirty="0">
                <a:solidFill>
                  <a:srgbClr val="F185EE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축제</a:t>
            </a:r>
          </a:p>
        </p:txBody>
      </p:sp>
    </p:spTree>
    <p:extLst>
      <p:ext uri="{BB962C8B-B14F-4D97-AF65-F5344CB8AC3E}">
        <p14:creationId xmlns:p14="http://schemas.microsoft.com/office/powerpoint/2010/main" val="291159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864EB780-824F-44F0-E637-5F1553DABF72}"/>
              </a:ext>
            </a:extLst>
          </p:cNvPr>
          <p:cNvSpPr/>
          <p:nvPr/>
        </p:nvSpPr>
        <p:spPr>
          <a:xfrm>
            <a:off x="916341" y="230488"/>
            <a:ext cx="2660869" cy="2037404"/>
          </a:xfrm>
          <a:prstGeom prst="wedgeEllipseCallout">
            <a:avLst>
              <a:gd name="adj1" fmla="val 67870"/>
              <a:gd name="adj2" fmla="val -3894"/>
            </a:avLst>
          </a:prstGeom>
          <a:solidFill>
            <a:srgbClr val="FEFFF6"/>
          </a:solidFill>
          <a:ln cmpd="dbl">
            <a:solidFill>
              <a:srgbClr val="99663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저와 함께 </a:t>
            </a:r>
            <a:r>
              <a:rPr lang="ko-KR" altLang="en-US" sz="2912" dirty="0">
                <a:solidFill>
                  <a:srgbClr val="F185EE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꽃꽂이</a:t>
            </a:r>
            <a:r>
              <a:rPr lang="ko-KR" altLang="en-US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를 해 보아요</a:t>
            </a:r>
            <a:r>
              <a:rPr lang="en-US" altLang="ko-KR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~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BA2BFF99-64BE-9BF1-2507-98655D54BCEC}"/>
              </a:ext>
            </a:extLst>
          </p:cNvPr>
          <p:cNvSpPr/>
          <p:nvPr/>
        </p:nvSpPr>
        <p:spPr>
          <a:xfrm>
            <a:off x="1024254" y="2542836"/>
            <a:ext cx="2660869" cy="2037404"/>
          </a:xfrm>
          <a:prstGeom prst="wedgeEllipseCallout">
            <a:avLst>
              <a:gd name="adj1" fmla="val 67870"/>
              <a:gd name="adj2" fmla="val -3894"/>
            </a:avLst>
          </a:prstGeom>
          <a:solidFill>
            <a:srgbClr val="FEFFF6">
              <a:alpha val="97647"/>
            </a:srgbClr>
          </a:solidFill>
          <a:ln cmpd="dbl">
            <a:solidFill>
              <a:srgbClr val="996633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저와 함께 </a:t>
            </a:r>
            <a:r>
              <a:rPr lang="ko-KR" altLang="en-US" sz="2912" dirty="0">
                <a:solidFill>
                  <a:srgbClr val="F185EE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꽃꽂이</a:t>
            </a:r>
            <a:r>
              <a:rPr lang="ko-KR" altLang="en-US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를 해 보아요</a:t>
            </a:r>
            <a:r>
              <a:rPr lang="en-US" altLang="ko-KR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3780986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B0B72AF7-EF29-7344-BFF1-63404FFB87D4}"/>
              </a:ext>
            </a:extLst>
          </p:cNvPr>
          <p:cNvSpPr/>
          <p:nvPr/>
        </p:nvSpPr>
        <p:spPr>
          <a:xfrm>
            <a:off x="916341" y="230488"/>
            <a:ext cx="2660869" cy="2037404"/>
          </a:xfrm>
          <a:prstGeom prst="wedgeEllipseCallout">
            <a:avLst>
              <a:gd name="adj1" fmla="val -70356"/>
              <a:gd name="adj2" fmla="val -2291"/>
            </a:avLst>
          </a:prstGeom>
          <a:solidFill>
            <a:srgbClr val="FEFFF6"/>
          </a:solidFill>
          <a:ln cmpd="dbl">
            <a:solidFill>
              <a:srgbClr val="99663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네가 다 치워</a:t>
            </a:r>
            <a:r>
              <a:rPr lang="en-US" altLang="ko-KR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;;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60FCE77-0DA8-0BA7-7864-85EB32E28106}"/>
              </a:ext>
            </a:extLst>
          </p:cNvPr>
          <p:cNvSpPr/>
          <p:nvPr/>
        </p:nvSpPr>
        <p:spPr>
          <a:xfrm>
            <a:off x="916341" y="2542342"/>
            <a:ext cx="2660869" cy="2037404"/>
          </a:xfrm>
          <a:prstGeom prst="wedgeEllipseCallout">
            <a:avLst>
              <a:gd name="adj1" fmla="val -70356"/>
              <a:gd name="adj2" fmla="val -2291"/>
            </a:avLst>
          </a:prstGeom>
          <a:solidFill>
            <a:srgbClr val="FEFFF6"/>
          </a:solidFill>
          <a:ln cmpd="dbl">
            <a:solidFill>
              <a:srgbClr val="996633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네가 다 치워</a:t>
            </a:r>
            <a:r>
              <a:rPr lang="en-US" altLang="ko-KR" sz="2912" dirty="0">
                <a:solidFill>
                  <a:srgbClr val="996633"/>
                </a:solidFill>
                <a:latin typeface="Sandoll 광수 TTF 02 Medium" panose="020B0600000101010101" pitchFamily="50" charset="-127"/>
                <a:ea typeface="Sandoll 광수 TTF 02 Medium" panose="020B0600000101010101" pitchFamily="50" charset="-127"/>
              </a:rPr>
              <a:t>;;</a:t>
            </a:r>
          </a:p>
        </p:txBody>
      </p:sp>
    </p:spTree>
    <p:extLst>
      <p:ext uri="{BB962C8B-B14F-4D97-AF65-F5344CB8AC3E}">
        <p14:creationId xmlns:p14="http://schemas.microsoft.com/office/powerpoint/2010/main" val="218941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4A19B70-8EBF-6B08-538F-0BE944FA351F}"/>
              </a:ext>
            </a:extLst>
          </p:cNvPr>
          <p:cNvSpPr/>
          <p:nvPr/>
        </p:nvSpPr>
        <p:spPr>
          <a:xfrm>
            <a:off x="163513" y="453118"/>
            <a:ext cx="4551362" cy="1061357"/>
          </a:xfrm>
          <a:custGeom>
            <a:avLst/>
            <a:gdLst>
              <a:gd name="connsiteX0" fmla="*/ 0 w 4551362"/>
              <a:gd name="connsiteY0" fmla="*/ 176896 h 1061357"/>
              <a:gd name="connsiteX1" fmla="*/ 176896 w 4551362"/>
              <a:gd name="connsiteY1" fmla="*/ 0 h 1061357"/>
              <a:gd name="connsiteX2" fmla="*/ 918467 w 4551362"/>
              <a:gd name="connsiteY2" fmla="*/ 0 h 1061357"/>
              <a:gd name="connsiteX3" fmla="*/ 1702013 w 4551362"/>
              <a:gd name="connsiteY3" fmla="*/ 0 h 1061357"/>
              <a:gd name="connsiteX4" fmla="*/ 2359632 w 4551362"/>
              <a:gd name="connsiteY4" fmla="*/ 0 h 1061357"/>
              <a:gd name="connsiteX5" fmla="*/ 3017252 w 4551362"/>
              <a:gd name="connsiteY5" fmla="*/ 0 h 1061357"/>
              <a:gd name="connsiteX6" fmla="*/ 3674871 w 4551362"/>
              <a:gd name="connsiteY6" fmla="*/ 0 h 1061357"/>
              <a:gd name="connsiteX7" fmla="*/ 4374466 w 4551362"/>
              <a:gd name="connsiteY7" fmla="*/ 0 h 1061357"/>
              <a:gd name="connsiteX8" fmla="*/ 4551362 w 4551362"/>
              <a:gd name="connsiteY8" fmla="*/ 176896 h 1061357"/>
              <a:gd name="connsiteX9" fmla="*/ 4551362 w 4551362"/>
              <a:gd name="connsiteY9" fmla="*/ 544830 h 1061357"/>
              <a:gd name="connsiteX10" fmla="*/ 4551362 w 4551362"/>
              <a:gd name="connsiteY10" fmla="*/ 884461 h 1061357"/>
              <a:gd name="connsiteX11" fmla="*/ 4374466 w 4551362"/>
              <a:gd name="connsiteY11" fmla="*/ 1061357 h 1061357"/>
              <a:gd name="connsiteX12" fmla="*/ 3674871 w 4551362"/>
              <a:gd name="connsiteY12" fmla="*/ 1061357 h 1061357"/>
              <a:gd name="connsiteX13" fmla="*/ 2975276 w 4551362"/>
              <a:gd name="connsiteY13" fmla="*/ 1061357 h 1061357"/>
              <a:gd name="connsiteX14" fmla="*/ 2233705 w 4551362"/>
              <a:gd name="connsiteY14" fmla="*/ 1061357 h 1061357"/>
              <a:gd name="connsiteX15" fmla="*/ 1492135 w 4551362"/>
              <a:gd name="connsiteY15" fmla="*/ 1061357 h 1061357"/>
              <a:gd name="connsiteX16" fmla="*/ 176896 w 4551362"/>
              <a:gd name="connsiteY16" fmla="*/ 1061357 h 1061357"/>
              <a:gd name="connsiteX17" fmla="*/ 0 w 4551362"/>
              <a:gd name="connsiteY17" fmla="*/ 884461 h 1061357"/>
              <a:gd name="connsiteX18" fmla="*/ 0 w 4551362"/>
              <a:gd name="connsiteY18" fmla="*/ 516527 h 1061357"/>
              <a:gd name="connsiteX19" fmla="*/ 0 w 4551362"/>
              <a:gd name="connsiteY19" fmla="*/ 176896 h 106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1362" h="1061357" fill="none" extrusionOk="0">
                <a:moveTo>
                  <a:pt x="0" y="176896"/>
                </a:moveTo>
                <a:cubicBezTo>
                  <a:pt x="9828" y="76046"/>
                  <a:pt x="71873" y="-2691"/>
                  <a:pt x="176896" y="0"/>
                </a:cubicBezTo>
                <a:cubicBezTo>
                  <a:pt x="455567" y="-7381"/>
                  <a:pt x="653436" y="15388"/>
                  <a:pt x="918467" y="0"/>
                </a:cubicBezTo>
                <a:cubicBezTo>
                  <a:pt x="1183498" y="-15388"/>
                  <a:pt x="1440370" y="-1121"/>
                  <a:pt x="1702013" y="0"/>
                </a:cubicBezTo>
                <a:cubicBezTo>
                  <a:pt x="1963656" y="1121"/>
                  <a:pt x="2114719" y="-32474"/>
                  <a:pt x="2359632" y="0"/>
                </a:cubicBezTo>
                <a:cubicBezTo>
                  <a:pt x="2604545" y="32474"/>
                  <a:pt x="2867583" y="5000"/>
                  <a:pt x="3017252" y="0"/>
                </a:cubicBezTo>
                <a:cubicBezTo>
                  <a:pt x="3166921" y="-5000"/>
                  <a:pt x="3504922" y="-13083"/>
                  <a:pt x="3674871" y="0"/>
                </a:cubicBezTo>
                <a:cubicBezTo>
                  <a:pt x="3844820" y="13083"/>
                  <a:pt x="4149988" y="30311"/>
                  <a:pt x="4374466" y="0"/>
                </a:cubicBezTo>
                <a:cubicBezTo>
                  <a:pt x="4464226" y="-14538"/>
                  <a:pt x="4542961" y="72121"/>
                  <a:pt x="4551362" y="176896"/>
                </a:cubicBezTo>
                <a:cubicBezTo>
                  <a:pt x="4568263" y="331168"/>
                  <a:pt x="4565650" y="424006"/>
                  <a:pt x="4551362" y="544830"/>
                </a:cubicBezTo>
                <a:cubicBezTo>
                  <a:pt x="4537074" y="665654"/>
                  <a:pt x="4564281" y="792300"/>
                  <a:pt x="4551362" y="884461"/>
                </a:cubicBezTo>
                <a:cubicBezTo>
                  <a:pt x="4545201" y="1005779"/>
                  <a:pt x="4477113" y="1063999"/>
                  <a:pt x="4374466" y="1061357"/>
                </a:cubicBezTo>
                <a:cubicBezTo>
                  <a:pt x="4210666" y="1031414"/>
                  <a:pt x="3890990" y="1066729"/>
                  <a:pt x="3674871" y="1061357"/>
                </a:cubicBezTo>
                <a:cubicBezTo>
                  <a:pt x="3458753" y="1055985"/>
                  <a:pt x="3206089" y="1067043"/>
                  <a:pt x="2975276" y="1061357"/>
                </a:cubicBezTo>
                <a:cubicBezTo>
                  <a:pt x="2744464" y="1055671"/>
                  <a:pt x="2509305" y="1024869"/>
                  <a:pt x="2233705" y="1061357"/>
                </a:cubicBezTo>
                <a:cubicBezTo>
                  <a:pt x="1958105" y="1097845"/>
                  <a:pt x="1728229" y="1025902"/>
                  <a:pt x="1492135" y="1061357"/>
                </a:cubicBezTo>
                <a:cubicBezTo>
                  <a:pt x="1256041" y="1096813"/>
                  <a:pt x="534302" y="1027992"/>
                  <a:pt x="176896" y="1061357"/>
                </a:cubicBezTo>
                <a:cubicBezTo>
                  <a:pt x="70219" y="1056943"/>
                  <a:pt x="-428" y="967189"/>
                  <a:pt x="0" y="884461"/>
                </a:cubicBezTo>
                <a:cubicBezTo>
                  <a:pt x="-16707" y="701930"/>
                  <a:pt x="2853" y="666495"/>
                  <a:pt x="0" y="516527"/>
                </a:cubicBezTo>
                <a:cubicBezTo>
                  <a:pt x="-2853" y="366559"/>
                  <a:pt x="-5315" y="284277"/>
                  <a:pt x="0" y="176896"/>
                </a:cubicBezTo>
                <a:close/>
              </a:path>
              <a:path w="4551362" h="1061357" stroke="0" extrusionOk="0">
                <a:moveTo>
                  <a:pt x="0" y="176896"/>
                </a:moveTo>
                <a:cubicBezTo>
                  <a:pt x="5949" y="70542"/>
                  <a:pt x="74356" y="-23720"/>
                  <a:pt x="176896" y="0"/>
                </a:cubicBezTo>
                <a:cubicBezTo>
                  <a:pt x="358279" y="-28501"/>
                  <a:pt x="510213" y="-15994"/>
                  <a:pt x="834515" y="0"/>
                </a:cubicBezTo>
                <a:cubicBezTo>
                  <a:pt x="1158817" y="15994"/>
                  <a:pt x="1267854" y="-28765"/>
                  <a:pt x="1618062" y="0"/>
                </a:cubicBezTo>
                <a:cubicBezTo>
                  <a:pt x="1968270" y="28765"/>
                  <a:pt x="2073053" y="27336"/>
                  <a:pt x="2233705" y="0"/>
                </a:cubicBezTo>
                <a:cubicBezTo>
                  <a:pt x="2394357" y="-27336"/>
                  <a:pt x="2677298" y="736"/>
                  <a:pt x="2807373" y="0"/>
                </a:cubicBezTo>
                <a:cubicBezTo>
                  <a:pt x="2937448" y="-736"/>
                  <a:pt x="3179219" y="30534"/>
                  <a:pt x="3423017" y="0"/>
                </a:cubicBezTo>
                <a:cubicBezTo>
                  <a:pt x="3666815" y="-30534"/>
                  <a:pt x="4076716" y="40634"/>
                  <a:pt x="4374466" y="0"/>
                </a:cubicBezTo>
                <a:cubicBezTo>
                  <a:pt x="4469151" y="-9852"/>
                  <a:pt x="4553639" y="95536"/>
                  <a:pt x="4551362" y="176896"/>
                </a:cubicBezTo>
                <a:cubicBezTo>
                  <a:pt x="4544122" y="303260"/>
                  <a:pt x="4559959" y="402678"/>
                  <a:pt x="4551362" y="523603"/>
                </a:cubicBezTo>
                <a:cubicBezTo>
                  <a:pt x="4542765" y="644528"/>
                  <a:pt x="4545298" y="794244"/>
                  <a:pt x="4551362" y="884461"/>
                </a:cubicBezTo>
                <a:cubicBezTo>
                  <a:pt x="4554197" y="958058"/>
                  <a:pt x="4474670" y="1071756"/>
                  <a:pt x="4374466" y="1061357"/>
                </a:cubicBezTo>
                <a:cubicBezTo>
                  <a:pt x="4148501" y="1065564"/>
                  <a:pt x="3879951" y="1049648"/>
                  <a:pt x="3674871" y="1061357"/>
                </a:cubicBezTo>
                <a:cubicBezTo>
                  <a:pt x="3469792" y="1073066"/>
                  <a:pt x="3316391" y="1055202"/>
                  <a:pt x="3017252" y="1061357"/>
                </a:cubicBezTo>
                <a:cubicBezTo>
                  <a:pt x="2718113" y="1067512"/>
                  <a:pt x="2479517" y="1094055"/>
                  <a:pt x="2233705" y="1061357"/>
                </a:cubicBezTo>
                <a:cubicBezTo>
                  <a:pt x="1987893" y="1028659"/>
                  <a:pt x="1742502" y="1068512"/>
                  <a:pt x="1618062" y="1061357"/>
                </a:cubicBezTo>
                <a:cubicBezTo>
                  <a:pt x="1493622" y="1054202"/>
                  <a:pt x="1163183" y="1087289"/>
                  <a:pt x="1044394" y="1061357"/>
                </a:cubicBezTo>
                <a:cubicBezTo>
                  <a:pt x="925605" y="1035425"/>
                  <a:pt x="562116" y="1059886"/>
                  <a:pt x="176896" y="1061357"/>
                </a:cubicBezTo>
                <a:cubicBezTo>
                  <a:pt x="90222" y="1081003"/>
                  <a:pt x="1408" y="959605"/>
                  <a:pt x="0" y="884461"/>
                </a:cubicBezTo>
                <a:cubicBezTo>
                  <a:pt x="-8822" y="741480"/>
                  <a:pt x="-10737" y="646828"/>
                  <a:pt x="0" y="530679"/>
                </a:cubicBezTo>
                <a:cubicBezTo>
                  <a:pt x="10737" y="414530"/>
                  <a:pt x="-13705" y="331755"/>
                  <a:pt x="0" y="176896"/>
                </a:cubicBezTo>
                <a:close/>
              </a:path>
            </a:pathLst>
          </a:custGeom>
          <a:solidFill>
            <a:srgbClr val="FBFFE1"/>
          </a:solidFill>
          <a:ln>
            <a:extLst>
              <a:ext uri="{C807C97D-BFC1-408E-A445-0C87EB9F89A2}">
                <ask:lineSketchStyleProps xmlns:ask="http://schemas.microsoft.com/office/drawing/2018/sketchyshapes" sd="1524131598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CD74915-99B4-680F-E1B3-A6D6EB220483}"/>
              </a:ext>
            </a:extLst>
          </p:cNvPr>
          <p:cNvSpPr/>
          <p:nvPr/>
        </p:nvSpPr>
        <p:spPr>
          <a:xfrm>
            <a:off x="163513" y="1835037"/>
            <a:ext cx="4551362" cy="1061357"/>
          </a:xfrm>
          <a:custGeom>
            <a:avLst/>
            <a:gdLst>
              <a:gd name="connsiteX0" fmla="*/ 0 w 4551362"/>
              <a:gd name="connsiteY0" fmla="*/ 176896 h 1061357"/>
              <a:gd name="connsiteX1" fmla="*/ 176896 w 4551362"/>
              <a:gd name="connsiteY1" fmla="*/ 0 h 1061357"/>
              <a:gd name="connsiteX2" fmla="*/ 918467 w 4551362"/>
              <a:gd name="connsiteY2" fmla="*/ 0 h 1061357"/>
              <a:gd name="connsiteX3" fmla="*/ 1702013 w 4551362"/>
              <a:gd name="connsiteY3" fmla="*/ 0 h 1061357"/>
              <a:gd name="connsiteX4" fmla="*/ 2359632 w 4551362"/>
              <a:gd name="connsiteY4" fmla="*/ 0 h 1061357"/>
              <a:gd name="connsiteX5" fmla="*/ 3017252 w 4551362"/>
              <a:gd name="connsiteY5" fmla="*/ 0 h 1061357"/>
              <a:gd name="connsiteX6" fmla="*/ 3674871 w 4551362"/>
              <a:gd name="connsiteY6" fmla="*/ 0 h 1061357"/>
              <a:gd name="connsiteX7" fmla="*/ 4374466 w 4551362"/>
              <a:gd name="connsiteY7" fmla="*/ 0 h 1061357"/>
              <a:gd name="connsiteX8" fmla="*/ 4551362 w 4551362"/>
              <a:gd name="connsiteY8" fmla="*/ 176896 h 1061357"/>
              <a:gd name="connsiteX9" fmla="*/ 4551362 w 4551362"/>
              <a:gd name="connsiteY9" fmla="*/ 544830 h 1061357"/>
              <a:gd name="connsiteX10" fmla="*/ 4551362 w 4551362"/>
              <a:gd name="connsiteY10" fmla="*/ 884461 h 1061357"/>
              <a:gd name="connsiteX11" fmla="*/ 4374466 w 4551362"/>
              <a:gd name="connsiteY11" fmla="*/ 1061357 h 1061357"/>
              <a:gd name="connsiteX12" fmla="*/ 3674871 w 4551362"/>
              <a:gd name="connsiteY12" fmla="*/ 1061357 h 1061357"/>
              <a:gd name="connsiteX13" fmla="*/ 2975276 w 4551362"/>
              <a:gd name="connsiteY13" fmla="*/ 1061357 h 1061357"/>
              <a:gd name="connsiteX14" fmla="*/ 2233705 w 4551362"/>
              <a:gd name="connsiteY14" fmla="*/ 1061357 h 1061357"/>
              <a:gd name="connsiteX15" fmla="*/ 1492135 w 4551362"/>
              <a:gd name="connsiteY15" fmla="*/ 1061357 h 1061357"/>
              <a:gd name="connsiteX16" fmla="*/ 176896 w 4551362"/>
              <a:gd name="connsiteY16" fmla="*/ 1061357 h 1061357"/>
              <a:gd name="connsiteX17" fmla="*/ 0 w 4551362"/>
              <a:gd name="connsiteY17" fmla="*/ 884461 h 1061357"/>
              <a:gd name="connsiteX18" fmla="*/ 0 w 4551362"/>
              <a:gd name="connsiteY18" fmla="*/ 516527 h 1061357"/>
              <a:gd name="connsiteX19" fmla="*/ 0 w 4551362"/>
              <a:gd name="connsiteY19" fmla="*/ 176896 h 106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1362" h="1061357" fill="none" extrusionOk="0">
                <a:moveTo>
                  <a:pt x="0" y="176896"/>
                </a:moveTo>
                <a:cubicBezTo>
                  <a:pt x="9828" y="76046"/>
                  <a:pt x="71873" y="-2691"/>
                  <a:pt x="176896" y="0"/>
                </a:cubicBezTo>
                <a:cubicBezTo>
                  <a:pt x="455567" y="-7381"/>
                  <a:pt x="653436" y="15388"/>
                  <a:pt x="918467" y="0"/>
                </a:cubicBezTo>
                <a:cubicBezTo>
                  <a:pt x="1183498" y="-15388"/>
                  <a:pt x="1440370" y="-1121"/>
                  <a:pt x="1702013" y="0"/>
                </a:cubicBezTo>
                <a:cubicBezTo>
                  <a:pt x="1963656" y="1121"/>
                  <a:pt x="2114719" y="-32474"/>
                  <a:pt x="2359632" y="0"/>
                </a:cubicBezTo>
                <a:cubicBezTo>
                  <a:pt x="2604545" y="32474"/>
                  <a:pt x="2867583" y="5000"/>
                  <a:pt x="3017252" y="0"/>
                </a:cubicBezTo>
                <a:cubicBezTo>
                  <a:pt x="3166921" y="-5000"/>
                  <a:pt x="3504922" y="-13083"/>
                  <a:pt x="3674871" y="0"/>
                </a:cubicBezTo>
                <a:cubicBezTo>
                  <a:pt x="3844820" y="13083"/>
                  <a:pt x="4149988" y="30311"/>
                  <a:pt x="4374466" y="0"/>
                </a:cubicBezTo>
                <a:cubicBezTo>
                  <a:pt x="4464226" y="-14538"/>
                  <a:pt x="4542961" y="72121"/>
                  <a:pt x="4551362" y="176896"/>
                </a:cubicBezTo>
                <a:cubicBezTo>
                  <a:pt x="4568263" y="331168"/>
                  <a:pt x="4565650" y="424006"/>
                  <a:pt x="4551362" y="544830"/>
                </a:cubicBezTo>
                <a:cubicBezTo>
                  <a:pt x="4537074" y="665654"/>
                  <a:pt x="4564281" y="792300"/>
                  <a:pt x="4551362" y="884461"/>
                </a:cubicBezTo>
                <a:cubicBezTo>
                  <a:pt x="4545201" y="1005779"/>
                  <a:pt x="4477113" y="1063999"/>
                  <a:pt x="4374466" y="1061357"/>
                </a:cubicBezTo>
                <a:cubicBezTo>
                  <a:pt x="4210666" y="1031414"/>
                  <a:pt x="3890990" y="1066729"/>
                  <a:pt x="3674871" y="1061357"/>
                </a:cubicBezTo>
                <a:cubicBezTo>
                  <a:pt x="3458753" y="1055985"/>
                  <a:pt x="3206089" y="1067043"/>
                  <a:pt x="2975276" y="1061357"/>
                </a:cubicBezTo>
                <a:cubicBezTo>
                  <a:pt x="2744464" y="1055671"/>
                  <a:pt x="2509305" y="1024869"/>
                  <a:pt x="2233705" y="1061357"/>
                </a:cubicBezTo>
                <a:cubicBezTo>
                  <a:pt x="1958105" y="1097845"/>
                  <a:pt x="1728229" y="1025902"/>
                  <a:pt x="1492135" y="1061357"/>
                </a:cubicBezTo>
                <a:cubicBezTo>
                  <a:pt x="1256041" y="1096813"/>
                  <a:pt x="534302" y="1027992"/>
                  <a:pt x="176896" y="1061357"/>
                </a:cubicBezTo>
                <a:cubicBezTo>
                  <a:pt x="70219" y="1056943"/>
                  <a:pt x="-428" y="967189"/>
                  <a:pt x="0" y="884461"/>
                </a:cubicBezTo>
                <a:cubicBezTo>
                  <a:pt x="-16707" y="701930"/>
                  <a:pt x="2853" y="666495"/>
                  <a:pt x="0" y="516527"/>
                </a:cubicBezTo>
                <a:cubicBezTo>
                  <a:pt x="-2853" y="366559"/>
                  <a:pt x="-5315" y="284277"/>
                  <a:pt x="0" y="176896"/>
                </a:cubicBezTo>
                <a:close/>
              </a:path>
              <a:path w="4551362" h="1061357" stroke="0" extrusionOk="0">
                <a:moveTo>
                  <a:pt x="0" y="176896"/>
                </a:moveTo>
                <a:cubicBezTo>
                  <a:pt x="5949" y="70542"/>
                  <a:pt x="74356" y="-23720"/>
                  <a:pt x="176896" y="0"/>
                </a:cubicBezTo>
                <a:cubicBezTo>
                  <a:pt x="358279" y="-28501"/>
                  <a:pt x="510213" y="-15994"/>
                  <a:pt x="834515" y="0"/>
                </a:cubicBezTo>
                <a:cubicBezTo>
                  <a:pt x="1158817" y="15994"/>
                  <a:pt x="1267854" y="-28765"/>
                  <a:pt x="1618062" y="0"/>
                </a:cubicBezTo>
                <a:cubicBezTo>
                  <a:pt x="1968270" y="28765"/>
                  <a:pt x="2073053" y="27336"/>
                  <a:pt x="2233705" y="0"/>
                </a:cubicBezTo>
                <a:cubicBezTo>
                  <a:pt x="2394357" y="-27336"/>
                  <a:pt x="2677298" y="736"/>
                  <a:pt x="2807373" y="0"/>
                </a:cubicBezTo>
                <a:cubicBezTo>
                  <a:pt x="2937448" y="-736"/>
                  <a:pt x="3179219" y="30534"/>
                  <a:pt x="3423017" y="0"/>
                </a:cubicBezTo>
                <a:cubicBezTo>
                  <a:pt x="3666815" y="-30534"/>
                  <a:pt x="4076716" y="40634"/>
                  <a:pt x="4374466" y="0"/>
                </a:cubicBezTo>
                <a:cubicBezTo>
                  <a:pt x="4469151" y="-9852"/>
                  <a:pt x="4553639" y="95536"/>
                  <a:pt x="4551362" y="176896"/>
                </a:cubicBezTo>
                <a:cubicBezTo>
                  <a:pt x="4544122" y="303260"/>
                  <a:pt x="4559959" y="402678"/>
                  <a:pt x="4551362" y="523603"/>
                </a:cubicBezTo>
                <a:cubicBezTo>
                  <a:pt x="4542765" y="644528"/>
                  <a:pt x="4545298" y="794244"/>
                  <a:pt x="4551362" y="884461"/>
                </a:cubicBezTo>
                <a:cubicBezTo>
                  <a:pt x="4554197" y="958058"/>
                  <a:pt x="4474670" y="1071756"/>
                  <a:pt x="4374466" y="1061357"/>
                </a:cubicBezTo>
                <a:cubicBezTo>
                  <a:pt x="4148501" y="1065564"/>
                  <a:pt x="3879951" y="1049648"/>
                  <a:pt x="3674871" y="1061357"/>
                </a:cubicBezTo>
                <a:cubicBezTo>
                  <a:pt x="3469792" y="1073066"/>
                  <a:pt x="3316391" y="1055202"/>
                  <a:pt x="3017252" y="1061357"/>
                </a:cubicBezTo>
                <a:cubicBezTo>
                  <a:pt x="2718113" y="1067512"/>
                  <a:pt x="2479517" y="1094055"/>
                  <a:pt x="2233705" y="1061357"/>
                </a:cubicBezTo>
                <a:cubicBezTo>
                  <a:pt x="1987893" y="1028659"/>
                  <a:pt x="1742502" y="1068512"/>
                  <a:pt x="1618062" y="1061357"/>
                </a:cubicBezTo>
                <a:cubicBezTo>
                  <a:pt x="1493622" y="1054202"/>
                  <a:pt x="1163183" y="1087289"/>
                  <a:pt x="1044394" y="1061357"/>
                </a:cubicBezTo>
                <a:cubicBezTo>
                  <a:pt x="925605" y="1035425"/>
                  <a:pt x="562116" y="1059886"/>
                  <a:pt x="176896" y="1061357"/>
                </a:cubicBezTo>
                <a:cubicBezTo>
                  <a:pt x="90222" y="1081003"/>
                  <a:pt x="1408" y="959605"/>
                  <a:pt x="0" y="884461"/>
                </a:cubicBezTo>
                <a:cubicBezTo>
                  <a:pt x="-8822" y="741480"/>
                  <a:pt x="-10737" y="646828"/>
                  <a:pt x="0" y="530679"/>
                </a:cubicBezTo>
                <a:cubicBezTo>
                  <a:pt x="10737" y="414530"/>
                  <a:pt x="-13705" y="331755"/>
                  <a:pt x="0" y="176896"/>
                </a:cubicBezTo>
                <a:close/>
              </a:path>
            </a:pathLst>
          </a:custGeom>
          <a:solidFill>
            <a:srgbClr val="FBFFE1"/>
          </a:solidFill>
          <a:ln>
            <a:solidFill>
              <a:srgbClr val="996633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524131598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C0D7BF4-228C-CA06-442F-95EB8C8CF4C7}"/>
              </a:ext>
            </a:extLst>
          </p:cNvPr>
          <p:cNvSpPr/>
          <p:nvPr/>
        </p:nvSpPr>
        <p:spPr>
          <a:xfrm>
            <a:off x="163513" y="3216956"/>
            <a:ext cx="4551362" cy="1061357"/>
          </a:xfrm>
          <a:custGeom>
            <a:avLst/>
            <a:gdLst>
              <a:gd name="connsiteX0" fmla="*/ 0 w 4551362"/>
              <a:gd name="connsiteY0" fmla="*/ 176896 h 1061357"/>
              <a:gd name="connsiteX1" fmla="*/ 176896 w 4551362"/>
              <a:gd name="connsiteY1" fmla="*/ 0 h 1061357"/>
              <a:gd name="connsiteX2" fmla="*/ 918467 w 4551362"/>
              <a:gd name="connsiteY2" fmla="*/ 0 h 1061357"/>
              <a:gd name="connsiteX3" fmla="*/ 1702013 w 4551362"/>
              <a:gd name="connsiteY3" fmla="*/ 0 h 1061357"/>
              <a:gd name="connsiteX4" fmla="*/ 2359632 w 4551362"/>
              <a:gd name="connsiteY4" fmla="*/ 0 h 1061357"/>
              <a:gd name="connsiteX5" fmla="*/ 3017252 w 4551362"/>
              <a:gd name="connsiteY5" fmla="*/ 0 h 1061357"/>
              <a:gd name="connsiteX6" fmla="*/ 3674871 w 4551362"/>
              <a:gd name="connsiteY6" fmla="*/ 0 h 1061357"/>
              <a:gd name="connsiteX7" fmla="*/ 4374466 w 4551362"/>
              <a:gd name="connsiteY7" fmla="*/ 0 h 1061357"/>
              <a:gd name="connsiteX8" fmla="*/ 4551362 w 4551362"/>
              <a:gd name="connsiteY8" fmla="*/ 176896 h 1061357"/>
              <a:gd name="connsiteX9" fmla="*/ 4551362 w 4551362"/>
              <a:gd name="connsiteY9" fmla="*/ 544830 h 1061357"/>
              <a:gd name="connsiteX10" fmla="*/ 4551362 w 4551362"/>
              <a:gd name="connsiteY10" fmla="*/ 884461 h 1061357"/>
              <a:gd name="connsiteX11" fmla="*/ 4374466 w 4551362"/>
              <a:gd name="connsiteY11" fmla="*/ 1061357 h 1061357"/>
              <a:gd name="connsiteX12" fmla="*/ 3674871 w 4551362"/>
              <a:gd name="connsiteY12" fmla="*/ 1061357 h 1061357"/>
              <a:gd name="connsiteX13" fmla="*/ 2975276 w 4551362"/>
              <a:gd name="connsiteY13" fmla="*/ 1061357 h 1061357"/>
              <a:gd name="connsiteX14" fmla="*/ 2233705 w 4551362"/>
              <a:gd name="connsiteY14" fmla="*/ 1061357 h 1061357"/>
              <a:gd name="connsiteX15" fmla="*/ 1492135 w 4551362"/>
              <a:gd name="connsiteY15" fmla="*/ 1061357 h 1061357"/>
              <a:gd name="connsiteX16" fmla="*/ 176896 w 4551362"/>
              <a:gd name="connsiteY16" fmla="*/ 1061357 h 1061357"/>
              <a:gd name="connsiteX17" fmla="*/ 0 w 4551362"/>
              <a:gd name="connsiteY17" fmla="*/ 884461 h 1061357"/>
              <a:gd name="connsiteX18" fmla="*/ 0 w 4551362"/>
              <a:gd name="connsiteY18" fmla="*/ 516527 h 1061357"/>
              <a:gd name="connsiteX19" fmla="*/ 0 w 4551362"/>
              <a:gd name="connsiteY19" fmla="*/ 176896 h 106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1362" h="1061357" fill="none" extrusionOk="0">
                <a:moveTo>
                  <a:pt x="0" y="176896"/>
                </a:moveTo>
                <a:cubicBezTo>
                  <a:pt x="9828" y="76046"/>
                  <a:pt x="71873" y="-2691"/>
                  <a:pt x="176896" y="0"/>
                </a:cubicBezTo>
                <a:cubicBezTo>
                  <a:pt x="455567" y="-7381"/>
                  <a:pt x="653436" y="15388"/>
                  <a:pt x="918467" y="0"/>
                </a:cubicBezTo>
                <a:cubicBezTo>
                  <a:pt x="1183498" y="-15388"/>
                  <a:pt x="1440370" y="-1121"/>
                  <a:pt x="1702013" y="0"/>
                </a:cubicBezTo>
                <a:cubicBezTo>
                  <a:pt x="1963656" y="1121"/>
                  <a:pt x="2114719" y="-32474"/>
                  <a:pt x="2359632" y="0"/>
                </a:cubicBezTo>
                <a:cubicBezTo>
                  <a:pt x="2604545" y="32474"/>
                  <a:pt x="2867583" y="5000"/>
                  <a:pt x="3017252" y="0"/>
                </a:cubicBezTo>
                <a:cubicBezTo>
                  <a:pt x="3166921" y="-5000"/>
                  <a:pt x="3504922" y="-13083"/>
                  <a:pt x="3674871" y="0"/>
                </a:cubicBezTo>
                <a:cubicBezTo>
                  <a:pt x="3844820" y="13083"/>
                  <a:pt x="4149988" y="30311"/>
                  <a:pt x="4374466" y="0"/>
                </a:cubicBezTo>
                <a:cubicBezTo>
                  <a:pt x="4464226" y="-14538"/>
                  <a:pt x="4542961" y="72121"/>
                  <a:pt x="4551362" y="176896"/>
                </a:cubicBezTo>
                <a:cubicBezTo>
                  <a:pt x="4568263" y="331168"/>
                  <a:pt x="4565650" y="424006"/>
                  <a:pt x="4551362" y="544830"/>
                </a:cubicBezTo>
                <a:cubicBezTo>
                  <a:pt x="4537074" y="665654"/>
                  <a:pt x="4564281" y="792300"/>
                  <a:pt x="4551362" y="884461"/>
                </a:cubicBezTo>
                <a:cubicBezTo>
                  <a:pt x="4545201" y="1005779"/>
                  <a:pt x="4477113" y="1063999"/>
                  <a:pt x="4374466" y="1061357"/>
                </a:cubicBezTo>
                <a:cubicBezTo>
                  <a:pt x="4210666" y="1031414"/>
                  <a:pt x="3890990" y="1066729"/>
                  <a:pt x="3674871" y="1061357"/>
                </a:cubicBezTo>
                <a:cubicBezTo>
                  <a:pt x="3458753" y="1055985"/>
                  <a:pt x="3206089" y="1067043"/>
                  <a:pt x="2975276" y="1061357"/>
                </a:cubicBezTo>
                <a:cubicBezTo>
                  <a:pt x="2744464" y="1055671"/>
                  <a:pt x="2509305" y="1024869"/>
                  <a:pt x="2233705" y="1061357"/>
                </a:cubicBezTo>
                <a:cubicBezTo>
                  <a:pt x="1958105" y="1097845"/>
                  <a:pt x="1728229" y="1025902"/>
                  <a:pt x="1492135" y="1061357"/>
                </a:cubicBezTo>
                <a:cubicBezTo>
                  <a:pt x="1256041" y="1096813"/>
                  <a:pt x="534302" y="1027992"/>
                  <a:pt x="176896" y="1061357"/>
                </a:cubicBezTo>
                <a:cubicBezTo>
                  <a:pt x="70219" y="1056943"/>
                  <a:pt x="-428" y="967189"/>
                  <a:pt x="0" y="884461"/>
                </a:cubicBezTo>
                <a:cubicBezTo>
                  <a:pt x="-16707" y="701930"/>
                  <a:pt x="2853" y="666495"/>
                  <a:pt x="0" y="516527"/>
                </a:cubicBezTo>
                <a:cubicBezTo>
                  <a:pt x="-2853" y="366559"/>
                  <a:pt x="-5315" y="284277"/>
                  <a:pt x="0" y="176896"/>
                </a:cubicBezTo>
                <a:close/>
              </a:path>
              <a:path w="4551362" h="1061357" stroke="0" extrusionOk="0">
                <a:moveTo>
                  <a:pt x="0" y="176896"/>
                </a:moveTo>
                <a:cubicBezTo>
                  <a:pt x="5949" y="70542"/>
                  <a:pt x="74356" y="-23720"/>
                  <a:pt x="176896" y="0"/>
                </a:cubicBezTo>
                <a:cubicBezTo>
                  <a:pt x="358279" y="-28501"/>
                  <a:pt x="510213" y="-15994"/>
                  <a:pt x="834515" y="0"/>
                </a:cubicBezTo>
                <a:cubicBezTo>
                  <a:pt x="1158817" y="15994"/>
                  <a:pt x="1267854" y="-28765"/>
                  <a:pt x="1618062" y="0"/>
                </a:cubicBezTo>
                <a:cubicBezTo>
                  <a:pt x="1968270" y="28765"/>
                  <a:pt x="2073053" y="27336"/>
                  <a:pt x="2233705" y="0"/>
                </a:cubicBezTo>
                <a:cubicBezTo>
                  <a:pt x="2394357" y="-27336"/>
                  <a:pt x="2677298" y="736"/>
                  <a:pt x="2807373" y="0"/>
                </a:cubicBezTo>
                <a:cubicBezTo>
                  <a:pt x="2937448" y="-736"/>
                  <a:pt x="3179219" y="30534"/>
                  <a:pt x="3423017" y="0"/>
                </a:cubicBezTo>
                <a:cubicBezTo>
                  <a:pt x="3666815" y="-30534"/>
                  <a:pt x="4076716" y="40634"/>
                  <a:pt x="4374466" y="0"/>
                </a:cubicBezTo>
                <a:cubicBezTo>
                  <a:pt x="4469151" y="-9852"/>
                  <a:pt x="4553639" y="95536"/>
                  <a:pt x="4551362" y="176896"/>
                </a:cubicBezTo>
                <a:cubicBezTo>
                  <a:pt x="4544122" y="303260"/>
                  <a:pt x="4559959" y="402678"/>
                  <a:pt x="4551362" y="523603"/>
                </a:cubicBezTo>
                <a:cubicBezTo>
                  <a:pt x="4542765" y="644528"/>
                  <a:pt x="4545298" y="794244"/>
                  <a:pt x="4551362" y="884461"/>
                </a:cubicBezTo>
                <a:cubicBezTo>
                  <a:pt x="4554197" y="958058"/>
                  <a:pt x="4474670" y="1071756"/>
                  <a:pt x="4374466" y="1061357"/>
                </a:cubicBezTo>
                <a:cubicBezTo>
                  <a:pt x="4148501" y="1065564"/>
                  <a:pt x="3879951" y="1049648"/>
                  <a:pt x="3674871" y="1061357"/>
                </a:cubicBezTo>
                <a:cubicBezTo>
                  <a:pt x="3469792" y="1073066"/>
                  <a:pt x="3316391" y="1055202"/>
                  <a:pt x="3017252" y="1061357"/>
                </a:cubicBezTo>
                <a:cubicBezTo>
                  <a:pt x="2718113" y="1067512"/>
                  <a:pt x="2479517" y="1094055"/>
                  <a:pt x="2233705" y="1061357"/>
                </a:cubicBezTo>
                <a:cubicBezTo>
                  <a:pt x="1987893" y="1028659"/>
                  <a:pt x="1742502" y="1068512"/>
                  <a:pt x="1618062" y="1061357"/>
                </a:cubicBezTo>
                <a:cubicBezTo>
                  <a:pt x="1493622" y="1054202"/>
                  <a:pt x="1163183" y="1087289"/>
                  <a:pt x="1044394" y="1061357"/>
                </a:cubicBezTo>
                <a:cubicBezTo>
                  <a:pt x="925605" y="1035425"/>
                  <a:pt x="562116" y="1059886"/>
                  <a:pt x="176896" y="1061357"/>
                </a:cubicBezTo>
                <a:cubicBezTo>
                  <a:pt x="90222" y="1081003"/>
                  <a:pt x="1408" y="959605"/>
                  <a:pt x="0" y="884461"/>
                </a:cubicBezTo>
                <a:cubicBezTo>
                  <a:pt x="-8822" y="741480"/>
                  <a:pt x="-10737" y="646828"/>
                  <a:pt x="0" y="530679"/>
                </a:cubicBezTo>
                <a:cubicBezTo>
                  <a:pt x="10737" y="414530"/>
                  <a:pt x="-13705" y="331755"/>
                  <a:pt x="0" y="176896"/>
                </a:cubicBezTo>
                <a:close/>
              </a:path>
            </a:pathLst>
          </a:custGeom>
          <a:solidFill>
            <a:srgbClr val="FBFFE1"/>
          </a:solidFill>
          <a:ln>
            <a:solidFill>
              <a:srgbClr val="996633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524131598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34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1300</TotalTime>
  <Words>24</Words>
  <Application>Microsoft Office PowerPoint</Application>
  <PresentationFormat>사용자 지정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Sandoll 광수 TTF 02 Medium</vt:lpstr>
      <vt:lpstr>Aptos</vt:lpstr>
      <vt:lpstr>Aptos Display</vt:lpstr>
      <vt:lpstr>Arial</vt:lpstr>
      <vt:lpstr>Office 테마</vt:lpstr>
      <vt:lpstr>공주님의 꽃꽂이 축제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김민지</dc:creator>
  <cp:lastModifiedBy>김민지</cp:lastModifiedBy>
  <cp:revision>11</cp:revision>
  <dcterms:created xsi:type="dcterms:W3CDTF">2025-07-20T09:47:21Z</dcterms:created>
  <dcterms:modified xsi:type="dcterms:W3CDTF">2025-08-25T16:38:28Z</dcterms:modified>
</cp:coreProperties>
</file>